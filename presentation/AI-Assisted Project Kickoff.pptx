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Id="rId1" Type="http://schemas.openxmlformats.org/package/2006/relationships/metadata/core-properties" Target="docProps/core.xml" /><Relationship Id="rId2" Type="http://schemas.openxmlformats.org/officeDocument/2006/relationships/extended-properties" Target="docProps/app.xml" /><Relationship Id="rId3" Type="http://schemas.openxmlformats.org/officeDocument/2006/relationships/officeDocument" Target="ppt/presentation.xml" /></Relationships>
</file>

<file path=ppt/presentation.xml><?xml version="1.0" encoding="utf-8"?>
<p:presentation xmlns:r="http://schemas.openxmlformats.org/officeDocument/2006/relationships" xmlns:a="http://schemas.openxmlformats.org/drawingml/2006/main" xmlns:p="http://schemas.openxmlformats.org/presentationml/2006/main">
  <p:sldMasterIdLst>
    <p:sldMasterId id="2147483648" r:id="rId3"/>
  </p:sldMasterIdLst>
  <p:notesMasterIdLst>
    <p:notesMasterId r:id="rId4"/>
  </p:notesMasterIdLst>
  <p:sldIdLst>
    <p:sldId id="256" r:id="rId5"/>
    <p:sldId id="257" r:id="rId6"/>
    <p:sldId id="258" r:id="rId7"/>
    <p:sldId id="259" r:id="rId8"/>
    <p:sldId id="260" r:id="rId9"/>
  </p:sldIdLst>
  <p:sldSz cx="12192000" cy="6858000"/>
  <p:notesSz cx="6858000" cy="9144000"/>
  <p:defaultTextStyle>
    <a:defPPr/>
    <a:lvl1pPr marL="0" algn="l" defTabSz="4389120" rtl="0" eaLnBrk="1" latinLnBrk="0" hangingPunct="1">
      <a:defRPr sz="1800" kern="288">
        <a:solidFill>
          <a:schemeClr val="tx1"/>
        </a:solidFill>
        <a:latin typeface="+mn-lt"/>
        <a:ea typeface="+mn-ea"/>
        <a:cs typeface="+mn-cs"/>
      </a:defRPr>
    </a:lvl1pPr>
    <a:lvl2pPr marL="2194560" algn="l" defTabSz="4389120" rtl="0" eaLnBrk="1" latinLnBrk="0" hangingPunct="1">
      <a:defRPr sz="1800" kern="288">
        <a:solidFill>
          <a:schemeClr val="tx1"/>
        </a:solidFill>
        <a:latin typeface="+mn-lt"/>
        <a:ea typeface="+mn-ea"/>
        <a:cs typeface="+mn-cs"/>
      </a:defRPr>
    </a:lvl2pPr>
    <a:lvl3pPr marL="4389120" algn="l" defTabSz="4389120" rtl="0" eaLnBrk="1" latinLnBrk="0" hangingPunct="1">
      <a:defRPr sz="1800" kern="288">
        <a:solidFill>
          <a:schemeClr val="tx1"/>
        </a:solidFill>
        <a:latin typeface="+mn-lt"/>
        <a:ea typeface="+mn-ea"/>
        <a:cs typeface="+mn-cs"/>
      </a:defRPr>
    </a:lvl3pPr>
    <a:lvl4pPr marL="6583680" algn="l" defTabSz="4389120" rtl="0" eaLnBrk="1" latinLnBrk="0" hangingPunct="1">
      <a:defRPr sz="1800" kern="288">
        <a:solidFill>
          <a:schemeClr val="tx1"/>
        </a:solidFill>
        <a:latin typeface="+mn-lt"/>
        <a:ea typeface="+mn-ea"/>
        <a:cs typeface="+mn-cs"/>
      </a:defRPr>
    </a:lvl4pPr>
    <a:lvl5pPr marL="8778240" algn="l" defTabSz="4389120" rtl="0" eaLnBrk="1" latinLnBrk="0" hangingPunct="1">
      <a:defRPr sz="1800" kern="288">
        <a:solidFill>
          <a:schemeClr val="tx1"/>
        </a:solidFill>
        <a:latin typeface="+mn-lt"/>
        <a:ea typeface="+mn-ea"/>
        <a:cs typeface="+mn-cs"/>
      </a:defRPr>
    </a:lvl5pPr>
    <a:lvl6pPr marL="10972800" algn="l" defTabSz="4389120" rtl="0" eaLnBrk="1" latinLnBrk="0" hangingPunct="1">
      <a:defRPr sz="1800" kern="288">
        <a:solidFill>
          <a:schemeClr val="tx1"/>
        </a:solidFill>
        <a:latin typeface="+mn-lt"/>
        <a:ea typeface="+mn-ea"/>
        <a:cs typeface="+mn-cs"/>
      </a:defRPr>
    </a:lvl6pPr>
    <a:lvl7pPr marL="13167360" algn="l" defTabSz="4389120" rtl="0" eaLnBrk="1" latinLnBrk="0" hangingPunct="1">
      <a:defRPr sz="1800" kern="288">
        <a:solidFill>
          <a:schemeClr val="tx1"/>
        </a:solidFill>
        <a:latin typeface="+mn-lt"/>
        <a:ea typeface="+mn-ea"/>
        <a:cs typeface="+mn-cs"/>
      </a:defRPr>
    </a:lvl7pPr>
    <a:lvl8pPr marL="15361920" algn="l" defTabSz="4389120" rtl="0" eaLnBrk="1" latinLnBrk="0" hangingPunct="1">
      <a:defRPr sz="1800" kern="288">
        <a:solidFill>
          <a:schemeClr val="tx1"/>
        </a:solidFill>
        <a:latin typeface="+mn-lt"/>
        <a:ea typeface="+mn-ea"/>
        <a:cs typeface="+mn-cs"/>
      </a:defRPr>
    </a:lvl8pPr>
    <a:lvl9pPr marL="17556480" algn="l" defTabSz="4389120" rtl="0" eaLnBrk="1" latinLnBrk="0" hangingPunct="1">
      <a:defRPr sz="1800" kern="288">
        <a:solidFill>
          <a:schemeClr val="tx1"/>
        </a:solidFill>
        <a:latin typeface="+mn-lt"/>
        <a:ea typeface="+mn-ea"/>
        <a:cs typeface="+mn-cs"/>
      </a:defRPr>
    </a:lvl9pPr>
  </p:defaultTextStyle>
</p:presentatio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r="http://schemas.openxmlformats.org/officeDocument/2006/relationships" xmlns:a="http://schemas.openxmlformats.org/drawingml/2006/main" xmlns:p="http://schemas.openxmlformats.org/presentationml/2006/main">
  <p:normalViewPr>
    <p:restoredLeft sz="18011" autoAdjust="0"/>
    <p:restoredTop sz="94660"/>
  </p:normalViewPr>
  <p:gridSpacing cx="76200" cy="76200"/>
</p:viewPr>
</file>

<file path=ppt/_rels/presentation.xml.rels>&#65279;<?xml version="1.0" encoding="utf-8"?><Relationships xmlns="http://schemas.openxmlformats.org/package/2006/relationships"><Relationship Id="rId1" Type="http://schemas.openxmlformats.org/officeDocument/2006/relationships/theme" Target="theme/theme1.xml" /><Relationship Id="rId2" Type="http://schemas.openxmlformats.org/officeDocument/2006/relationships/tableStyles" Target="tableStyles.xml" /><Relationship Id="rId3" Type="http://schemas.openxmlformats.org/officeDocument/2006/relationships/slideMaster" Target="slideMasters/slideMaster1.xml" /><Relationship Id="rId4" Type="http://schemas.openxmlformats.org/officeDocument/2006/relationships/notesMaster" Target="notesMasters/notesMaster1.xml" /><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 Id="rId10" Type="http://schemas.openxmlformats.org/officeDocument/2006/relationships/viewProps" Target="viewProps.xml" /></Relationships>
</file>

<file path=ppt/notesMasters/_rels/notesMaster1.xml.rels>&#65279;<?xml version="1.0" encoding="utf-8"?><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9"/>
          </a:xfrm>
          <a:prstGeom prst="rect"/>
        </p:spPr>
        <p:txBody>
          <a:bodyPr vert="horz" lIns="91440" tIns="45720" rIns="91440" bIns="45720" rtlCol="0"/>
          <a:lstStyle>
            <a:defPPr/>
            <a:lvl1pPr algn="l">
              <a:defRPr sz="1200"/>
            </a:lvl1pPr>
          </a:lstStyle>
          <a:p/>
        </p:txBody>
      </p:sp>
      <p:sp>
        <p:nvSpPr>
          <p:cNvPr id="3" name="Date Placeholder 2"/>
          <p:cNvSpPr>
            <a:spLocks noGrp="1"/>
          </p:cNvSpPr>
          <p:nvPr>
            <p:ph type="dt" idx="1"/>
          </p:nvPr>
        </p:nvSpPr>
        <p:spPr>
          <a:xfrm>
            <a:off x="3884613" y="0"/>
            <a:ext cx="2971800" cy="458789"/>
          </a:xfrm>
          <a:prstGeom prst="rect"/>
        </p:spPr>
        <p:txBody>
          <a:bodyPr vert="horz" lIns="91440" tIns="45720" rIns="91440" bIns="45720" rtlCol="0"/>
          <a:lstStyle>
            <a:defPPr/>
            <a:lvl1pPr algn="r">
              <a:defRPr sz="1200"/>
            </a:lvl1pPr>
          </a:lstStyle>
          <a:p>
            <a:fld id="{A971E829-77FE-4F9B-AE99-30B56BB9ED9D}" type="datetimeFigureOut">
              <a:rPr smtClean="0"/>
              <a:t>08/25/2026</a:t>
            </a:fld>
          </a:p>
        </p:txBody>
      </p:sp>
      <p:sp>
        <p:nvSpPr>
          <p:cNvPr id="4" name="Slide Image Placeholder 3"/>
          <p:cNvSpPr>
            <a:spLocks noGrp="1" noChangeAspect="1" noRot="1"/>
          </p:cNvSpPr>
          <p:nvPr>
            <p:ph type="sldImg" idx="2"/>
          </p:nvPr>
        </p:nvSpPr>
        <p:spPr>
          <a:xfrm>
            <a:off x="685800" y="1143000"/>
            <a:ext cx="5486400" cy="3086100"/>
          </a:xfrm>
          <a:prstGeom prst="rect"/>
          <a:ln w="12700" cmpd="sng">
            <a:solidFill>
              <a:srgbClr val="000000"/>
            </a:solidFill>
            <a:prstDash val="solid"/>
            <a:round/>
            <a:headEnd w="sm" len="sm"/>
            <a:tailEnd w="sm" len="sm"/>
          </a:ln>
        </p:spPr>
        <p:txBody>
          <a:bodyPr vert="horz" lIns="91440" tIns="45720" rIns="91440" bIns="45720" rtlCol="0" anchor="ctr"/>
          <a:lstStyle/>
          <a:p/>
        </p:txBody>
      </p:sp>
      <p:sp>
        <p:nvSpPr>
          <p:cNvPr id="5" name="Notes Placeholder 4"/>
          <p:cNvSpPr>
            <a:spLocks noGrp="1"/>
          </p:cNvSpPr>
          <p:nvPr>
            <p:ph type="body" sz="quarter" idx="3"/>
          </p:nvPr>
        </p:nvSpPr>
        <p:spPr>
          <a:xfrm>
            <a:off x="685800" y="4400550"/>
            <a:ext cx="5486400" cy="3600450"/>
          </a:xfrm>
          <a:prstGeom prst="rect"/>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8"/>
          </a:xfrm>
          <a:prstGeom prst="rect"/>
        </p:spPr>
        <p:txBody>
          <a:bodyPr vert="horz" lIns="91440" tIns="45720" rIns="91440" bIns="45720" rtlCol="0" anchor="b"/>
          <a:lstStyle>
            <a:defPPr/>
            <a:lvl1pPr algn="l">
              <a:defRPr sz="1200"/>
            </a:lvl1pPr>
          </a:lstStyle>
          <a:p/>
        </p:txBody>
      </p:sp>
      <p:sp>
        <p:nvSpPr>
          <p:cNvPr id="7" name="Slide Number Placeholder 6"/>
          <p:cNvSpPr>
            <a:spLocks noGrp="1"/>
          </p:cNvSpPr>
          <p:nvPr>
            <p:ph type="sldNum" sz="quarter" idx="5"/>
          </p:nvPr>
        </p:nvSpPr>
        <p:spPr>
          <a:xfrm>
            <a:off x="3884613" y="8685213"/>
            <a:ext cx="2971800" cy="458788"/>
          </a:xfrm>
          <a:prstGeom prst="rect"/>
        </p:spPr>
        <p:txBody>
          <a:bodyPr vert="horz" lIns="91440" tIns="45720" rIns="91440" bIns="45720" rtlCol="0" anchor="b"/>
          <a:lstStyle>
            <a:defPPr/>
            <a:lvl1pPr algn="l">
              <a:defRPr sz="1200"/>
            </a:lvl1pPr>
          </a:lstStyle>
          <a:p>
            <a:fld id="{49C9FD54-CEFE-452C-A1E5-FDA76A4E30FB}" type="slidenum">
              <a:rPr smtClean="0"/>
              <a:t>‹#›</a:t>
            </a:fld>
          </a:p>
        </p:txBody>
      </p:sp>
    </p:spTree>
  </p:cSld>
  <p:clrMap bg1="lt1" tx1="dk1" bg2="lt2" tx2="dk2" accent1="accent1" accent2="accent2" accent3="accent3" accent4="accent4" accent5="accent5" accent6="accent6" hlink="hlink" folHlink="folHlink"/>
</p:notesMaster>
</file>

<file path=ppt/notesSlides/_rels/notesSlide1.xml.rels>&#65279;<?xml version="1.0" encoding="utf-8"?><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&#65279;<?xml version="1.0" encoding="utf-8"?><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&#65279;<?xml version="1.0" encoding="utf-8"?><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&#65279;<?xml version="1.0" encoding="utf-8"?><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&#65279;<?xml version="1.0" encoding="utf-8"?><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ChangeAspect="1" noRot="1"/>
          </p:cNvSpPr>
          <p:nvPr>
            <p:ph type="sldImg"/>
          </p:nvPr>
        </p:nvSpPr>
        <p:spPr>
          <a:xfrm>
            <a:off x="685800" y="1143000"/>
            <a:ext cx="5486400" cy="3086100"/>
          </a:xfrm>
          <a:prstGeom prst="rect"/>
          <a:ln w="12700" cmpd="sng">
            <a:solidFill>
              <a:srgbClr val="000000"/>
            </a:solidFill>
            <a:prstDash val="solid"/>
            <a:round/>
            <a:headEnd w="sm" len="sm"/>
            <a:tailEnd w="sm" len="sm"/>
          </a:ln>
        </p:spPr>
        <p:txBody>
          <a:bodyPr vert="horz" lIns="91440" tIns="45720" rIns="91440" bIns="45720" rtlCol="0" anchor="ctr"/>
          <a:lstStyle/>
          <a:p/>
        </p:txBody>
      </p:sp>
      <p:sp>
        <p:nvSpPr>
          <p:cNvPr id="3" name="Notes Placeholder 2"/>
          <p:cNvSpPr>
            <a:spLocks noGrp="1"/>
          </p:cNvSpPr>
          <p:nvPr>
            <p:ph type="body" sz="quarter" idx="1"/>
          </p:nvPr>
        </p:nvSpPr>
        <p:spPr>
          <a:xfrm>
            <a:off x="685800" y="4400550"/>
            <a:ext cx="5486400" cy="3600450"/>
          </a:xfrm>
          <a:prstGeom prst="rect"/>
        </p:spPr>
        <p:txBody>
          <a:bodyPr vert="horz" lIns="91440" tIns="45720" rIns="91440" bIns="45720" rtlCol="0"/>
          <a:lstStyle/>
          <a:p>
            <a:r>
              <a:t>Purpose of this kickoff: in about thirty minutes, a cross-functional team turns a rough idea into a one-page plan everyone can act on. Four steps, one owner per decision, and five concrete actions this week. The AI assistant drafts, summarizes, and tracks so the humans can decide. Why now: every project starts as a guess; this method turns the guess into a plan the team owns together.</a:t>
            </a:r>
          </a:p>
        </p:txBody>
      </p:sp>
      <p:sp>
        <p:nvSpPr>
          <p:cNvPr id="4" name="Slide Number Placeholder 3"/>
          <p:cNvSpPr>
            <a:spLocks noGrp="1"/>
          </p:cNvSpPr>
          <p:nvPr>
            <p:ph type="sldNum" sz="quarter" idx="5"/>
          </p:nvPr>
        </p:nvSpPr>
        <p:spPr>
          <a:xfrm>
            <a:off x="3884613" y="8685213"/>
            <a:ext cx="2971800" cy="458788"/>
          </a:xfrm>
          <a:prstGeom prst="rect"/>
        </p:spPr>
        <p:txBody>
          <a:bodyPr vert="horz" lIns="91440" tIns="45720" rIns="91440" bIns="45720" rtlCol="0" anchor="b"/>
          <a:lstStyle>
            <a:defPPr/>
            <a:lvl1pPr algn="l">
              <a:defRPr sz="1200"/>
            </a:lvl1pPr>
          </a:lstStyle>
          <a:p>
            <a:fld id="{8764CA23-465E-4727-B4B7-5772581D67EA}" type="slidenum">
              <a:rPr smtClean="0"/>
              <a:t>1</a:t>
            </a:fld>
          </a:p>
        </p:txBody>
      </p:sp>
    </p:spTree>
  </p:cSld>
</p:notes>
</file>

<file path=ppt/notesSlides/notesSlide2.xml><?xml version="1.0" encoding="utf-8"?>
<p:notes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ChangeAspect="1" noRot="1"/>
          </p:cNvSpPr>
          <p:nvPr>
            <p:ph type="sldImg"/>
          </p:nvPr>
        </p:nvSpPr>
        <p:spPr>
          <a:xfrm>
            <a:off x="685800" y="1143000"/>
            <a:ext cx="5486400" cy="3086100"/>
          </a:xfrm>
          <a:prstGeom prst="rect"/>
          <a:ln w="12700" cmpd="sng">
            <a:solidFill>
              <a:srgbClr val="000000"/>
            </a:solidFill>
            <a:prstDash val="solid"/>
            <a:round/>
            <a:headEnd w="sm" len="sm"/>
            <a:tailEnd w="sm" len="sm"/>
          </a:ln>
        </p:spPr>
        <p:txBody>
          <a:bodyPr vert="horz" lIns="91440" tIns="45720" rIns="91440" bIns="45720" rtlCol="0" anchor="ctr"/>
          <a:lstStyle/>
          <a:p/>
        </p:txBody>
      </p:sp>
      <p:sp>
        <p:nvSpPr>
          <p:cNvPr id="3" name="Notes Placeholder 2"/>
          <p:cNvSpPr>
            <a:spLocks noGrp="1"/>
          </p:cNvSpPr>
          <p:nvPr>
            <p:ph type="body" sz="quarter" idx="1"/>
          </p:nvPr>
        </p:nvSpPr>
        <p:spPr>
          <a:xfrm>
            <a:off x="685800" y="4400550"/>
            <a:ext cx="5486400" cy="3600450"/>
          </a:xfrm>
          <a:prstGeom prst="rect"/>
        </p:spPr>
        <p:txBody>
          <a:bodyPr vert="horz" lIns="91440" tIns="45720" rIns="91440" bIns="45720" rtlCol="0"/>
          <a:lstStyle/>
          <a:p>
            <a:r>
              <a:t>Alignment is cheap at the start and expensive later. Before the kickoff, two engineers and a designer can each believe the project is about something different. This kickoff forces one shared answer to three questions: what are we building, for whom, and what does done look like. Check: ask anyone in the room — they should answer those three questions in one breath. If they can't, the plan isn't aligned yet.</a:t>
            </a:r>
          </a:p>
        </p:txBody>
      </p:sp>
      <p:sp>
        <p:nvSpPr>
          <p:cNvPr id="4" name="Slide Number Placeholder 3"/>
          <p:cNvSpPr>
            <a:spLocks noGrp="1"/>
          </p:cNvSpPr>
          <p:nvPr>
            <p:ph type="sldNum" sz="quarter" idx="5"/>
          </p:nvPr>
        </p:nvSpPr>
        <p:spPr>
          <a:xfrm>
            <a:off x="3884613" y="8685213"/>
            <a:ext cx="2971800" cy="458788"/>
          </a:xfrm>
          <a:prstGeom prst="rect"/>
        </p:spPr>
        <p:txBody>
          <a:bodyPr vert="horz" lIns="91440" tIns="45720" rIns="91440" bIns="45720" rtlCol="0" anchor="b"/>
          <a:lstStyle>
            <a:defPPr/>
            <a:lvl1pPr algn="l">
              <a:defRPr sz="1200"/>
            </a:lvl1pPr>
          </a:lstStyle>
          <a:p>
            <a:fld id="{6A4D333F-F69D-4A0E-AEA4-8449F17DCAB0}" type="slidenum">
              <a:rPr smtClean="0"/>
              <a:t>2</a:t>
            </a:fld>
          </a:p>
        </p:txBody>
      </p:sp>
    </p:spTree>
  </p:cSld>
</p:notes>
</file>

<file path=ppt/notesSlides/notesSlide3.xml><?xml version="1.0" encoding="utf-8"?>
<p:notes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ChangeAspect="1" noRot="1"/>
          </p:cNvSpPr>
          <p:nvPr>
            <p:ph type="sldImg"/>
          </p:nvPr>
        </p:nvSpPr>
        <p:spPr>
          <a:xfrm>
            <a:off x="685800" y="1143000"/>
            <a:ext cx="5486400" cy="3086100"/>
          </a:xfrm>
          <a:prstGeom prst="rect"/>
          <a:ln w="12700" cmpd="sng">
            <a:solidFill>
              <a:srgbClr val="000000"/>
            </a:solidFill>
            <a:prstDash val="solid"/>
            <a:round/>
            <a:headEnd w="sm" len="sm"/>
            <a:tailEnd w="sm" len="sm"/>
          </a:ln>
        </p:spPr>
        <p:txBody>
          <a:bodyPr vert="horz" lIns="91440" tIns="45720" rIns="91440" bIns="45720" rtlCol="0" anchor="ctr"/>
          <a:lstStyle/>
          <a:p/>
        </p:txBody>
      </p:sp>
      <p:sp>
        <p:nvSpPr>
          <p:cNvPr id="3" name="Notes Placeholder 2"/>
          <p:cNvSpPr>
            <a:spLocks noGrp="1"/>
          </p:cNvSpPr>
          <p:nvPr>
            <p:ph type="body" sz="quarter" idx="1"/>
          </p:nvPr>
        </p:nvSpPr>
        <p:spPr>
          <a:xfrm>
            <a:off x="685800" y="4400550"/>
            <a:ext cx="5486400" cy="3600450"/>
          </a:xfrm>
          <a:prstGeom prst="rect"/>
        </p:spPr>
        <p:txBody>
          <a:bodyPr vert="horz" lIns="91440" tIns="45720" rIns="91440" bIns="45720" rtlCol="0"/>
          <a:lstStyle/>
          <a:p>
            <a:r>
              <a:t>Walk the four steps in order, about seven minutes each. Frame: one sentence that states the problem, the user, and the outcome — write it on the plan. Scope: agree what is in and what is out; name one success metric. Owners: every decision and deliverable gets exactly one owner; owners can ask for help, but they decide. Launch: the first milestone and the first check-in go on the calendar before anyone leaves. The AI assistant drafts each step from the conversation as it happens, so the plan writes itself and nothing depends on anyone's memory. The check: the whole workflow fits on one page and any member can read it back.</a:t>
            </a:r>
          </a:p>
        </p:txBody>
      </p:sp>
      <p:sp>
        <p:nvSpPr>
          <p:cNvPr id="4" name="Slide Number Placeholder 3"/>
          <p:cNvSpPr>
            <a:spLocks noGrp="1"/>
          </p:cNvSpPr>
          <p:nvPr>
            <p:ph type="sldNum" sz="quarter" idx="5"/>
          </p:nvPr>
        </p:nvSpPr>
        <p:spPr>
          <a:xfrm>
            <a:off x="3884613" y="8685213"/>
            <a:ext cx="2971800" cy="458788"/>
          </a:xfrm>
          <a:prstGeom prst="rect"/>
        </p:spPr>
        <p:txBody>
          <a:bodyPr vert="horz" lIns="91440" tIns="45720" rIns="91440" bIns="45720" rtlCol="0" anchor="b"/>
          <a:lstStyle>
            <a:defPPr/>
            <a:lvl1pPr algn="l">
              <a:defRPr sz="1200"/>
            </a:lvl1pPr>
          </a:lstStyle>
          <a:p>
            <a:fld id="{BCF5F1BC-06BA-4A3B-9003-C287919B8311}" type="slidenum">
              <a:rPr smtClean="0"/>
              <a:t>3</a:t>
            </a:fld>
          </a:p>
        </p:txBody>
      </p:sp>
    </p:spTree>
  </p:cSld>
</p:notes>
</file>

<file path=ppt/notesSlides/notesSlide4.xml><?xml version="1.0" encoding="utf-8"?>
<p:notes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ChangeAspect="1" noRot="1"/>
          </p:cNvSpPr>
          <p:nvPr>
            <p:ph type="sldImg"/>
          </p:nvPr>
        </p:nvSpPr>
        <p:spPr>
          <a:xfrm>
            <a:off x="685800" y="1143000"/>
            <a:ext cx="5486400" cy="3086100"/>
          </a:xfrm>
          <a:prstGeom prst="rect"/>
          <a:ln w="12700" cmpd="sng">
            <a:solidFill>
              <a:srgbClr val="000000"/>
            </a:solidFill>
            <a:prstDash val="solid"/>
            <a:round/>
            <a:headEnd w="sm" len="sm"/>
            <a:tailEnd w="sm" len="sm"/>
          </a:ln>
        </p:spPr>
        <p:txBody>
          <a:bodyPr vert="horz" lIns="91440" tIns="45720" rIns="91440" bIns="45720" rtlCol="0" anchor="ctr"/>
          <a:lstStyle/>
          <a:p/>
        </p:txBody>
      </p:sp>
      <p:sp>
        <p:nvSpPr>
          <p:cNvPr id="3" name="Notes Placeholder 2"/>
          <p:cNvSpPr>
            <a:spLocks noGrp="1"/>
          </p:cNvSpPr>
          <p:nvPr>
            <p:ph type="body" sz="quarter" idx="1"/>
          </p:nvPr>
        </p:nvSpPr>
        <p:spPr>
          <a:xfrm>
            <a:off x="685800" y="4400550"/>
            <a:ext cx="5486400" cy="3600450"/>
          </a:xfrm>
          <a:prstGeom prst="rect"/>
        </p:spPr>
        <p:txBody>
          <a:bodyPr vert="horz" lIns="91440" tIns="45720" rIns="91440" bIns="45720" rtlCol="0"/>
          <a:lstStyle/>
          <a:p>
            <a:r>
              <a:t>Read the table left to right: for every deliverable in the plan, one person owns it. Owners decide; everyone else gives input. If two names appear next to one deliverable, the kickoff is not finished — pick one. The AI assistant is a tool, not a decision-maker: it drafts, summarizes, and tracks so the humans can focus on the judgment calls. The check: point at any line in the plan and the owner raises their hand.</a:t>
            </a:r>
          </a:p>
        </p:txBody>
      </p:sp>
      <p:sp>
        <p:nvSpPr>
          <p:cNvPr id="4" name="Slide Number Placeholder 3"/>
          <p:cNvSpPr>
            <a:spLocks noGrp="1"/>
          </p:cNvSpPr>
          <p:nvPr>
            <p:ph type="sldNum" sz="quarter" idx="5"/>
          </p:nvPr>
        </p:nvSpPr>
        <p:spPr>
          <a:xfrm>
            <a:off x="3884613" y="8685213"/>
            <a:ext cx="2971800" cy="458788"/>
          </a:xfrm>
          <a:prstGeom prst="rect"/>
        </p:spPr>
        <p:txBody>
          <a:bodyPr vert="horz" lIns="91440" tIns="45720" rIns="91440" bIns="45720" rtlCol="0" anchor="b"/>
          <a:lstStyle>
            <a:defPPr/>
            <a:lvl1pPr algn="l">
              <a:defRPr sz="1200"/>
            </a:lvl1pPr>
          </a:lstStyle>
          <a:p>
            <a:fld id="{0CA87D81-E517-41C0-A5E2-09CF20E4B56E}" type="slidenum">
              <a:rPr smtClean="0"/>
              <a:t>4</a:t>
            </a:fld>
          </a:p>
        </p:txBody>
      </p:sp>
    </p:spTree>
  </p:cSld>
</p:notes>
</file>

<file path=ppt/notesSlides/notesSlide5.xml><?xml version="1.0" encoding="utf-8"?>
<p:notes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ChangeAspect="1" noRot="1"/>
          </p:cNvSpPr>
          <p:nvPr>
            <p:ph type="sldImg"/>
          </p:nvPr>
        </p:nvSpPr>
        <p:spPr>
          <a:xfrm>
            <a:off x="685800" y="1143000"/>
            <a:ext cx="5486400" cy="3086100"/>
          </a:xfrm>
          <a:prstGeom prst="rect"/>
          <a:ln w="12700" cmpd="sng">
            <a:solidFill>
              <a:srgbClr val="000000"/>
            </a:solidFill>
            <a:prstDash val="solid"/>
            <a:round/>
            <a:headEnd w="sm" len="sm"/>
            <a:tailEnd w="sm" len="sm"/>
          </a:ln>
        </p:spPr>
        <p:txBody>
          <a:bodyPr vert="horz" lIns="91440" tIns="45720" rIns="91440" bIns="45720" rtlCol="0" anchor="ctr"/>
          <a:lstStyle/>
          <a:p/>
        </p:txBody>
      </p:sp>
      <p:sp>
        <p:nvSpPr>
          <p:cNvPr id="3" name="Notes Placeholder 2"/>
          <p:cNvSpPr>
            <a:spLocks noGrp="1"/>
          </p:cNvSpPr>
          <p:nvPr>
            <p:ph type="body" sz="quarter" idx="1"/>
          </p:nvPr>
        </p:nvSpPr>
        <p:spPr>
          <a:xfrm>
            <a:off x="685800" y="4400550"/>
            <a:ext cx="5486400" cy="3600450"/>
          </a:xfrm>
          <a:prstGeom prst="rect"/>
        </p:spPr>
        <p:txBody>
          <a:bodyPr vert="horz" lIns="91440" tIns="45720" rIns="91440" bIns="45720" rtlCol="0"/>
          <a:lstStyle/>
          <a:p>
            <a:r>
              <a:t>Assign each action to a person and a date before the meeting ends — leave nothing as "someone should". The AI assistant posts the follow-up list to the team channel with owners and dates. At the Friday check-in, compare reality to the plan: what moved, what blocked, what changed. The kickoff is only finished when the plan is the single source of truth. The check: by Friday, each action has a visible owner and a date.</a:t>
            </a:r>
          </a:p>
        </p:txBody>
      </p:sp>
      <p:sp>
        <p:nvSpPr>
          <p:cNvPr id="4" name="Slide Number Placeholder 3"/>
          <p:cNvSpPr>
            <a:spLocks noGrp="1"/>
          </p:cNvSpPr>
          <p:nvPr>
            <p:ph type="sldNum" sz="quarter" idx="5"/>
          </p:nvPr>
        </p:nvSpPr>
        <p:spPr>
          <a:xfrm>
            <a:off x="3884613" y="8685213"/>
            <a:ext cx="2971800" cy="458788"/>
          </a:xfrm>
          <a:prstGeom prst="rect"/>
        </p:spPr>
        <p:txBody>
          <a:bodyPr vert="horz" lIns="91440" tIns="45720" rIns="91440" bIns="45720" rtlCol="0" anchor="b"/>
          <a:lstStyle>
            <a:defPPr/>
            <a:lvl1pPr algn="l">
              <a:defRPr sz="1200"/>
            </a:lvl1pPr>
          </a:lstStyle>
          <a:p>
            <a:fld id="{A22694E0-C887-4211-83BD-B45E9E91E1F7}" type="slidenum">
              <a:rPr smtClean="0"/>
              <a:t>5</a:t>
            </a:fld>
          </a:p>
        </p:txBody>
      </p:sp>
    </p:spTree>
  </p:cSld>
</p:notes>
</file>

<file path=ppt/slideLayouts/_rels/slideLayout1.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13.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14.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15.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_rels/slideLayout16.xml.rels>&#65279;<?xml version="1.0" encoding="utf-8"?><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r="http://schemas.openxmlformats.org/officeDocument/2006/relationships" xmlns:a="http://schemas.openxmlformats.org/drawingml/2006/main"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p:spPr>
        <p:txBody>
          <a:bodyPr anchor="b"/>
          <a:lstStyle>
            <a:defPPr/>
            <a:lvl1pPr algn="ctr">
              <a:defRPr sz="6000"/>
            </a:lvl1pPr>
          </a:lstStyle>
          <a:p>
            <a:r>
              <a:t>Click to edit Master title style</a:t>
            </a:r>
          </a:p>
        </p:txBody>
      </p:sp>
      <p:sp>
        <p:nvSpPr>
          <p:cNvPr id="3" name="Subtitle 2"/>
          <p:cNvSpPr>
            <a:spLocks noGrp="1"/>
          </p:cNvSpPr>
          <p:nvPr>
            <p:ph type="subTitle" idx="1"/>
          </p:nvPr>
        </p:nvSpPr>
        <p:spPr>
          <a:xfrm>
            <a:off x="1524000" y="3602039"/>
            <a:ext cx="9144000" cy="1655763"/>
          </a:xfrm>
          <a:prstGeom prst="rect"/>
        </p:spPr>
        <p:txBody>
          <a:bodyPr/>
          <a:lstStyle>
            <a:defPPr/>
            <a:lvl1pPr marL="0" indent="0" algn="ctr">
              <a:buNone/>
              <a:defRPr sz="2400"/>
            </a:lvl1pPr>
            <a:lvl2pPr marL="2194560" indent="0" algn="ctr">
              <a:buNone/>
              <a:defRPr sz="2000"/>
            </a:lvl2pPr>
            <a:lvl3pPr marL="4389120" indent="0" algn="ctr">
              <a:buNone/>
              <a:defRPr sz="1800"/>
            </a:lvl3pPr>
            <a:lvl4pPr marL="6583680" indent="0" algn="ctr">
              <a:buNone/>
              <a:defRPr sz="1600"/>
            </a:lvl4pPr>
            <a:lvl5pPr marL="8778240" indent="0" algn="ctr">
              <a:buNone/>
              <a:defRPr sz="1600"/>
            </a:lvl5pPr>
            <a:lvl6pPr marL="10972800" indent="0" algn="ctr">
              <a:buNone/>
              <a:defRPr sz="1600"/>
            </a:lvl6pPr>
            <a:lvl7pPr marL="13167360" indent="0" algn="ctr">
              <a:buNone/>
              <a:defRPr sz="1600"/>
            </a:lvl7pPr>
            <a:lvl8pPr marL="15361920" indent="0" algn="ctr">
              <a:buNone/>
              <a:defRPr sz="1600"/>
            </a:lvl8pPr>
            <a:lvl9pPr marL="17556480" indent="0" algn="ctr">
              <a:buNone/>
              <a:defRPr sz="1600"/>
            </a:lvl9pPr>
          </a:lstStyle>
          <a:p>
            <a:r>
              <a:t>Click to edit Master subtitle style</a:t>
            </a:r>
          </a:p>
        </p:txBody>
      </p:sp>
      <p:sp>
        <p:nvSpPr>
          <p:cNvPr id="4" name="Date Placeholder 3"/>
          <p:cNvSpPr>
            <a:spLocks noGrp="1"/>
          </p:cNvSpPr>
          <p:nvPr>
            <p:ph type="dt" sz="half" idx="10"/>
          </p:nvPr>
        </p:nvSpPr>
        <p:spPr>
          <a:prstGeom prst="rect"/>
        </p:spPr>
        <p:txBody>
          <a:bodyPr/>
          <a:lstStyle/>
          <a:p>
            <a:fld id="{DFFAC2A3-A27D-46A9-A124-730120FAEF85}" type="datetimeFigureOut">
              <a:rPr smtClean="0"/>
              <a:t>08/25/2026</a:t>
            </a:fld>
          </a:p>
        </p:txBody>
      </p:sp>
      <p:sp>
        <p:nvSpPr>
          <p:cNvPr id="5" name="Footer Placeholder 4"/>
          <p:cNvSpPr>
            <a:spLocks noGrp="1"/>
          </p:cNvSpPr>
          <p:nvPr>
            <p:ph type="ftr" sz="quarter" idx="11"/>
          </p:nvPr>
        </p:nvSpPr>
        <p:spPr>
          <a:prstGeom prst="rect"/>
        </p:spPr>
        <p:txBody>
          <a:bodyPr/>
          <a:lstStyle/>
          <a:p/>
        </p:txBody>
      </p:sp>
      <p:sp>
        <p:nvSpPr>
          <p:cNvPr id="6" name="Slide Number Placeholder 5"/>
          <p:cNvSpPr>
            <a:spLocks noGrp="1"/>
          </p:cNvSpPr>
          <p:nvPr>
            <p:ph type="sldNum" sz="quarter" idx="12"/>
          </p:nvPr>
        </p:nvSpPr>
        <p:spPr>
          <a:prstGeom prst="rect"/>
        </p:spPr>
        <p:txBody>
          <a:bodyPr/>
          <a:lstStyle/>
          <a:p>
            <a:fld id="{3C292B41-65B1-4A95-9E41-991D1A37D8C7}" type="slidenum">
              <a:rPr smtClean="0"/>
              <a:t>‹#›</a:t>
            </a:fld>
          </a:p>
        </p:txBody>
      </p:sp>
    </p:spTree>
  </p:cSld>
</p:sldLayout>
</file>

<file path=ppt/slideLayouts/slideLayout2.xml><?xml version="1.0" encoding="utf-8"?>
<p:sldLayout xmlns:r="http://schemas.openxmlformats.org/officeDocument/2006/relationships" xmlns:a="http://schemas.openxmlformats.org/drawingml/2006/main" xmlns:p="http://schemas.openxmlformats.org/presentationml/2006/main" type="objOnly">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prstGeom prst="rect"/>
        </p:spPr>
        <p:txBody>
          <a:bodyPr/>
          <a:lstStyle/>
          <a:p>
            <a:r>
              <a:t>Click to edit Master title style</a:t>
            </a:r>
          </a:p>
        </p:txBody>
      </p:sp>
      <p:sp>
        <p:nvSpPr>
          <p:cNvPr id="3" name="Content Placeholder 2"/>
          <p:cNvSpPr>
            <a:spLocks noGrp="1"/>
          </p:cNvSpPr>
          <p:nvPr>
            <p:ph type="body" idx="1"/>
          </p:nvPr>
        </p:nvSpPr>
        <p:spPr>
          <a:prstGeom prst="rect"/>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a:prstGeom prst="rect"/>
        </p:spPr>
        <p:txBody>
          <a:bodyPr/>
          <a:lstStyle/>
          <a:p>
            <a:fld id="{4E5E184E-06F8-477F-9AE4-79C5E01FE220}" type="datetimeFigureOut">
              <a:rPr smtClean="0"/>
              <a:t>08/25/2026</a:t>
            </a:fld>
          </a:p>
        </p:txBody>
      </p:sp>
      <p:sp>
        <p:nvSpPr>
          <p:cNvPr id="5" name="Footer Placeholder 4"/>
          <p:cNvSpPr>
            <a:spLocks noGrp="1"/>
          </p:cNvSpPr>
          <p:nvPr>
            <p:ph type="ftr" sz="quarter" idx="11"/>
          </p:nvPr>
        </p:nvSpPr>
        <p:spPr>
          <a:prstGeom prst="rect"/>
        </p:spPr>
        <p:txBody>
          <a:bodyPr/>
          <a:lstStyle/>
          <a:p/>
        </p:txBody>
      </p:sp>
      <p:sp>
        <p:nvSpPr>
          <p:cNvPr id="6" name="Slide Number Placeholder 5"/>
          <p:cNvSpPr>
            <a:spLocks noGrp="1"/>
          </p:cNvSpPr>
          <p:nvPr>
            <p:ph type="sldNum" sz="quarter" idx="12"/>
          </p:nvPr>
        </p:nvSpPr>
        <p:spPr>
          <a:prstGeom prst="rect"/>
        </p:spPr>
        <p:txBody>
          <a:bodyPr/>
          <a:lstStyle/>
          <a:p>
            <a:fld id="{52366107-74D1-4AD0-AE9B-04B71616384E}" type="slidenum">
              <a:rPr smtClean="0"/>
              <a:t>‹#›</a:t>
            </a:fld>
          </a:p>
        </p:txBody>
      </p:sp>
    </p:spTree>
  </p:cSld>
</p:sldLayout>
</file>

<file path=ppt/slideLayouts/slideLayout3.xml><?xml version="1.0" encoding="utf-8"?>
<p:sldLayout xmlns:r="http://schemas.openxmlformats.org/officeDocument/2006/relationships" xmlns:a="http://schemas.openxmlformats.org/drawingml/2006/main"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a:prstGeom prst="rect"/>
        </p:spPr>
        <p:txBody>
          <a:bodyPr anchor="b"/>
          <a:lstStyle>
            <a:defPPr/>
            <a:lvl1pPr algn="l">
              <a:defRPr sz="6000"/>
            </a:lvl1pPr>
          </a:lstStyle>
          <a:p>
            <a:r>
              <a:t>Click to edit Master title style</a:t>
            </a:r>
          </a:p>
        </p:txBody>
      </p:sp>
      <p:sp>
        <p:nvSpPr>
          <p:cNvPr id="3" name="Text Placeholder 2"/>
          <p:cNvSpPr>
            <a:spLocks noGrp="1"/>
          </p:cNvSpPr>
          <p:nvPr>
            <p:ph type="body" idx="1"/>
          </p:nvPr>
        </p:nvSpPr>
        <p:spPr>
          <a:xfrm>
            <a:off x="831851" y="4589463"/>
            <a:ext cx="10515600" cy="1500188"/>
          </a:xfrm>
          <a:prstGeom prst="rect"/>
        </p:spPr>
        <p:txBody>
          <a:bodyPr/>
          <a:lstStyle>
            <a:defPPr/>
            <a:lvl1pPr marL="0" indent="0" algn="l">
              <a:buNone/>
              <a:defRPr sz="2400"/>
            </a:lvl1pPr>
            <a:lvl2pPr marL="2194560" indent="0" algn="l">
              <a:buNone/>
              <a:defRPr sz="2000"/>
            </a:lvl2pPr>
            <a:lvl3pPr marL="4389120" indent="0" algn="l">
              <a:buNone/>
              <a:defRPr sz="1800"/>
            </a:lvl3pPr>
            <a:lvl4pPr marL="6583680" indent="0" algn="l">
              <a:buNone/>
              <a:defRPr sz="1600"/>
            </a:lvl4pPr>
            <a:lvl5pPr marL="8778240" indent="0" algn="l">
              <a:buNone/>
              <a:defRPr sz="1600"/>
            </a:lvl5pPr>
            <a:lvl6pPr marL="10972800" indent="0" algn="l">
              <a:buNone/>
              <a:defRPr sz="1600"/>
            </a:lvl6pPr>
            <a:lvl7pPr marL="13167360" indent="0" algn="l">
              <a:buNone/>
              <a:defRPr sz="1600"/>
            </a:lvl7pPr>
            <a:lvl8pPr marL="15361920" indent="0" algn="l">
              <a:buNone/>
              <a:defRPr sz="1600"/>
            </a:lvl8pPr>
            <a:lvl9pPr marL="17556480" indent="0" algn="l">
              <a:buNone/>
              <a:defRPr sz="1600"/>
            </a:lvl9pPr>
          </a:lstStyle>
          <a:p>
            <a:pPr lvl="0"/>
            <a:r>
              <a:t>Click to edit Master text styles</a:t>
            </a:r>
          </a:p>
        </p:txBody>
      </p:sp>
      <p:sp>
        <p:nvSpPr>
          <p:cNvPr id="4" name="Date Placeholder 3"/>
          <p:cNvSpPr>
            <a:spLocks noGrp="1"/>
          </p:cNvSpPr>
          <p:nvPr>
            <p:ph type="dt" sz="half" idx="10"/>
          </p:nvPr>
        </p:nvSpPr>
        <p:spPr>
          <a:prstGeom prst="rect"/>
        </p:spPr>
        <p:txBody>
          <a:bodyPr/>
          <a:lstStyle/>
          <a:p>
            <a:fld id="{6B81CFC8-40EB-4A59-B407-97431A509B66}" type="datetimeFigureOut">
              <a:rPr smtClean="0"/>
              <a:t>08/25/2026</a:t>
            </a:fld>
          </a:p>
        </p:txBody>
      </p:sp>
      <p:sp>
        <p:nvSpPr>
          <p:cNvPr id="5" name="Footer Placeholder 4"/>
          <p:cNvSpPr>
            <a:spLocks noGrp="1"/>
          </p:cNvSpPr>
          <p:nvPr>
            <p:ph type="ftr" sz="quarter" idx="11"/>
          </p:nvPr>
        </p:nvSpPr>
        <p:spPr>
          <a:prstGeom prst="rect"/>
        </p:spPr>
        <p:txBody>
          <a:bodyPr/>
          <a:lstStyle/>
          <a:p/>
        </p:txBody>
      </p:sp>
      <p:sp>
        <p:nvSpPr>
          <p:cNvPr id="6" name="Slide Number Placeholder 5"/>
          <p:cNvSpPr>
            <a:spLocks noGrp="1"/>
          </p:cNvSpPr>
          <p:nvPr>
            <p:ph type="sldNum" sz="quarter" idx="12"/>
          </p:nvPr>
        </p:nvSpPr>
        <p:spPr>
          <a:prstGeom prst="rect"/>
        </p:spPr>
        <p:txBody>
          <a:bodyPr/>
          <a:lstStyle/>
          <a:p>
            <a:fld id="{ABFCCF4E-7958-4234-9740-72E1591CCF70}" type="slidenum">
              <a:rPr smtClean="0"/>
              <a:t>‹#›</a:t>
            </a:fld>
          </a:p>
        </p:txBody>
      </p:sp>
    </p:spTree>
  </p:cSld>
</p:sldLayout>
</file>

<file path=ppt/slideLayouts/slideLayout4.xml><?xml version="1.0" encoding="utf-8"?>
<p:sldLayout xmlns:r="http://schemas.openxmlformats.org/officeDocument/2006/relationships" xmlns:a="http://schemas.openxmlformats.org/drawingml/2006/main"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prstGeom prst="rect"/>
        </p:spPr>
        <p:txBody>
          <a:bodyPr/>
          <a:lstStyle/>
          <a:p>
            <a:r>
              <a:t>Click to edit Master title style</a:t>
            </a:r>
          </a:p>
        </p:txBody>
      </p:sp>
      <p:sp>
        <p:nvSpPr>
          <p:cNvPr id="3" name="Content Placeholder 2"/>
          <p:cNvSpPr>
            <a:spLocks noGrp="1"/>
          </p:cNvSpPr>
          <p:nvPr>
            <p:ph type="body" sz="half" idx="1"/>
          </p:nvPr>
        </p:nvSpPr>
        <p:spPr>
          <a:xfrm>
            <a:off x="838200" y="1825625"/>
            <a:ext cx="5181600" cy="4351338"/>
          </a:xfrm>
          <a:prstGeom prst="rect"/>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type="body" sz="half" idx="2"/>
          </p:nvPr>
        </p:nvSpPr>
        <p:spPr>
          <a:xfrm>
            <a:off x="6172200" y="1825625"/>
            <a:ext cx="5181600" cy="4351338"/>
          </a:xfrm>
          <a:prstGeom prst="rect"/>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a:prstGeom prst="rect"/>
        </p:spPr>
        <p:txBody>
          <a:bodyPr/>
          <a:lstStyle/>
          <a:p>
            <a:fld id="{7D2B27F9-7C52-48B4-AD18-F8E20BAB544D}" type="datetimeFigureOut">
              <a:rPr smtClean="0"/>
              <a:t>08/25/2026</a:t>
            </a:fld>
          </a:p>
        </p:txBody>
      </p:sp>
      <p:sp>
        <p:nvSpPr>
          <p:cNvPr id="6" name="Footer Placeholder 5"/>
          <p:cNvSpPr>
            <a:spLocks noGrp="1"/>
          </p:cNvSpPr>
          <p:nvPr>
            <p:ph type="ftr" sz="quarter" idx="11"/>
          </p:nvPr>
        </p:nvSpPr>
        <p:spPr>
          <a:prstGeom prst="rect"/>
        </p:spPr>
        <p:txBody>
          <a:bodyPr/>
          <a:lstStyle/>
          <a:p/>
        </p:txBody>
      </p:sp>
      <p:sp>
        <p:nvSpPr>
          <p:cNvPr id="7" name="Slide Number Placeholder 6"/>
          <p:cNvSpPr>
            <a:spLocks noGrp="1"/>
          </p:cNvSpPr>
          <p:nvPr>
            <p:ph type="sldNum" sz="quarter" idx="12"/>
          </p:nvPr>
        </p:nvSpPr>
        <p:spPr>
          <a:prstGeom prst="rect"/>
        </p:spPr>
        <p:txBody>
          <a:bodyPr/>
          <a:lstStyle/>
          <a:p>
            <a:fld id="{D205A7E0-B29C-43D1-B347-842DFBBE6EA1}" type="slidenum">
              <a:rPr smtClean="0"/>
              <a:t>‹#›</a:t>
            </a:fld>
          </a:p>
        </p:txBody>
      </p:sp>
    </p:spTree>
  </p:cSld>
</p:sldLayout>
</file>

<file path=ppt/slideLayouts/slideLayout5.xml><?xml version="1.0" encoding="utf-8"?>
<p:sldLayout xmlns:r="http://schemas.openxmlformats.org/officeDocument/2006/relationships" xmlns:a="http://schemas.openxmlformats.org/drawingml/2006/main"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a:prstGeom prst="rect"/>
        </p:spPr>
        <p:txBody>
          <a:bodyPr/>
          <a:lstStyle/>
          <a:p>
            <a:r>
              <a:t>Click to edit Master title style</a:t>
            </a:r>
          </a:p>
        </p:txBody>
      </p:sp>
      <p:sp>
        <p:nvSpPr>
          <p:cNvPr id="3" name="Text Placeholder 2"/>
          <p:cNvSpPr>
            <a:spLocks noGrp="1"/>
          </p:cNvSpPr>
          <p:nvPr>
            <p:ph type="body" idx="1"/>
          </p:nvPr>
        </p:nvSpPr>
        <p:spPr>
          <a:xfrm>
            <a:off x="839788" y="1681163"/>
            <a:ext cx="5157787" cy="823913"/>
          </a:xfrm>
          <a:prstGeom prst="rect"/>
        </p:spPr>
        <p:txBody>
          <a:bodyPr anchor="b"/>
          <a:lstStyle>
            <a:defPPr/>
            <a:lvl1pPr marL="0" indent="0" algn="l">
              <a:buNone/>
              <a:defRPr sz="2400" b="1"/>
            </a:lvl1pPr>
            <a:lvl2pPr marL="2194560" indent="0" algn="l">
              <a:buNone/>
              <a:defRPr sz="2000" b="1"/>
            </a:lvl2pPr>
            <a:lvl3pPr marL="4389120" indent="0" algn="l">
              <a:buNone/>
              <a:defRPr sz="1800" b="1"/>
            </a:lvl3pPr>
            <a:lvl4pPr marL="6583680" indent="0" algn="l">
              <a:buNone/>
              <a:defRPr sz="1600" b="1"/>
            </a:lvl4pPr>
            <a:lvl5pPr marL="8778240" indent="0" algn="l">
              <a:buNone/>
              <a:defRPr sz="1600" b="1"/>
            </a:lvl5pPr>
            <a:lvl6pPr marL="10972800" indent="0" algn="l">
              <a:buNone/>
              <a:defRPr sz="1600" b="1"/>
            </a:lvl6pPr>
            <a:lvl7pPr marL="13167360" indent="0" algn="l">
              <a:buNone/>
              <a:defRPr sz="1600" b="1"/>
            </a:lvl7pPr>
            <a:lvl8pPr marL="15361920" indent="0" algn="l">
              <a:buNone/>
              <a:defRPr sz="1600" b="1"/>
            </a:lvl8pPr>
            <a:lvl9pPr marL="17556480" indent="0" algn="l">
              <a:buNone/>
              <a:defRPr sz="1600" b="1"/>
            </a:lvl9pPr>
          </a:lstStyle>
          <a:p>
            <a:pPr lvl="0"/>
            <a:r>
              <a:t>Click to edit Master text styles</a:t>
            </a:r>
          </a:p>
        </p:txBody>
      </p:sp>
      <p:sp>
        <p:nvSpPr>
          <p:cNvPr id="4" name="Content Placeholder 3"/>
          <p:cNvSpPr>
            <a:spLocks noGrp="1"/>
          </p:cNvSpPr>
          <p:nvPr>
            <p:ph type="body" sz="half" idx="2"/>
          </p:nvPr>
        </p:nvSpPr>
        <p:spPr>
          <a:xfrm>
            <a:off x="839788" y="2505075"/>
            <a:ext cx="5157787" cy="3684588"/>
          </a:xfrm>
          <a:prstGeom prst="rect"/>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72200" y="1681163"/>
            <a:ext cx="5183189" cy="823913"/>
          </a:xfrm>
          <a:prstGeom prst="rect"/>
        </p:spPr>
        <p:txBody>
          <a:bodyPr anchor="b"/>
          <a:lstStyle>
            <a:defPPr/>
            <a:lvl1pPr marL="0" indent="0" algn="l">
              <a:buNone/>
              <a:defRPr sz="2400" b="1"/>
            </a:lvl1pPr>
            <a:lvl2pPr marL="2194560" indent="0" algn="l">
              <a:buNone/>
              <a:defRPr sz="2000" b="1"/>
            </a:lvl2pPr>
            <a:lvl3pPr marL="4389120" indent="0" algn="l">
              <a:buNone/>
              <a:defRPr sz="1800" b="1"/>
            </a:lvl3pPr>
            <a:lvl4pPr marL="6583680" indent="0" algn="l">
              <a:buNone/>
              <a:defRPr sz="1600" b="1"/>
            </a:lvl4pPr>
            <a:lvl5pPr marL="8778240" indent="0" algn="l">
              <a:buNone/>
              <a:defRPr sz="1600" b="1"/>
            </a:lvl5pPr>
            <a:lvl6pPr marL="10972800" indent="0" algn="l">
              <a:buNone/>
              <a:defRPr sz="1600" b="1"/>
            </a:lvl6pPr>
            <a:lvl7pPr marL="13167360" indent="0" algn="l">
              <a:buNone/>
              <a:defRPr sz="1600" b="1"/>
            </a:lvl7pPr>
            <a:lvl8pPr marL="15361920" indent="0" algn="l">
              <a:buNone/>
              <a:defRPr sz="1600" b="1"/>
            </a:lvl8pPr>
            <a:lvl9pPr marL="17556480" indent="0" algn="l">
              <a:buNone/>
              <a:defRPr sz="1600" b="1"/>
            </a:lvl9pPr>
          </a:lstStyle>
          <a:p>
            <a:pPr lvl="0"/>
            <a:r>
              <a:t>Click to edit Master text style</a:t>
            </a:r>
          </a:p>
        </p:txBody>
      </p:sp>
      <p:sp>
        <p:nvSpPr>
          <p:cNvPr id="6" name="Content Placeholder 5"/>
          <p:cNvSpPr>
            <a:spLocks noGrp="1"/>
          </p:cNvSpPr>
          <p:nvPr>
            <p:ph type="body" sz="quarter" idx="4"/>
          </p:nvPr>
        </p:nvSpPr>
        <p:spPr>
          <a:xfrm>
            <a:off x="6172200" y="2505075"/>
            <a:ext cx="5183189" cy="3684588"/>
          </a:xfrm>
          <a:prstGeom prst="rect"/>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a:prstGeom prst="rect"/>
        </p:spPr>
        <p:txBody>
          <a:bodyPr/>
          <a:lstStyle/>
          <a:p>
            <a:fld id="{FD255012-1136-475B-BE59-761D817FDD33}" type="datetimeFigureOut">
              <a:rPr smtClean="0"/>
              <a:t>08/25/2026</a:t>
            </a:fld>
          </a:p>
        </p:txBody>
      </p:sp>
      <p:sp>
        <p:nvSpPr>
          <p:cNvPr id="8" name="Footer Placeholder 7"/>
          <p:cNvSpPr>
            <a:spLocks noGrp="1"/>
          </p:cNvSpPr>
          <p:nvPr>
            <p:ph type="ftr" sz="quarter" idx="11"/>
          </p:nvPr>
        </p:nvSpPr>
        <p:spPr>
          <a:prstGeom prst="rect"/>
        </p:spPr>
        <p:txBody>
          <a:bodyPr/>
          <a:lstStyle/>
          <a:p/>
        </p:txBody>
      </p:sp>
      <p:sp>
        <p:nvSpPr>
          <p:cNvPr id="9" name="Slide Number Placeholder 8"/>
          <p:cNvSpPr>
            <a:spLocks noGrp="1"/>
          </p:cNvSpPr>
          <p:nvPr>
            <p:ph type="sldNum" sz="quarter" idx="12"/>
          </p:nvPr>
        </p:nvSpPr>
        <p:spPr>
          <a:prstGeom prst="rect"/>
        </p:spPr>
        <p:txBody>
          <a:bodyPr/>
          <a:lstStyle/>
          <a:p>
            <a:fld id="{214CE6DB-9A8E-4D9A-81C4-0A1D5E7048C2}" type="slidenum">
              <a:rPr smtClean="0"/>
              <a:t>‹#›</a:t>
            </a:fld>
          </a:p>
        </p:txBody>
      </p:sp>
    </p:spTree>
  </p:cSld>
</p:sldLayout>
</file>

<file path=ppt/slideLayouts/slideLayout6.xml><?xml version="1.0" encoding="utf-8"?>
<p:sldLayout xmlns:r="http://schemas.openxmlformats.org/officeDocument/2006/relationships" xmlns:a="http://schemas.openxmlformats.org/drawingml/2006/main"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prstGeom prst="rect"/>
        </p:spPr>
        <p:txBody>
          <a:bodyPr/>
          <a:lstStyle/>
          <a:p>
            <a:r>
              <a:t>Click to edit Master title style</a:t>
            </a:r>
          </a:p>
        </p:txBody>
      </p:sp>
      <p:sp>
        <p:nvSpPr>
          <p:cNvPr id="3" name="Date Placeholder 2"/>
          <p:cNvSpPr>
            <a:spLocks noGrp="1"/>
          </p:cNvSpPr>
          <p:nvPr>
            <p:ph type="dt" sz="half" idx="10"/>
          </p:nvPr>
        </p:nvSpPr>
        <p:spPr>
          <a:prstGeom prst="rect"/>
        </p:spPr>
        <p:txBody>
          <a:bodyPr/>
          <a:lstStyle/>
          <a:p>
            <a:fld id="{23D11278-87B9-4D13-9E30-2B2A58D0C182}" type="datetimeFigureOut">
              <a:rPr smtClean="0"/>
              <a:t>08/25/2026</a:t>
            </a:fld>
          </a:p>
        </p:txBody>
      </p:sp>
      <p:sp>
        <p:nvSpPr>
          <p:cNvPr id="4" name="Footer Placeholder 3"/>
          <p:cNvSpPr>
            <a:spLocks noGrp="1"/>
          </p:cNvSpPr>
          <p:nvPr>
            <p:ph type="ftr" sz="quarter" idx="11"/>
          </p:nvPr>
        </p:nvSpPr>
        <p:spPr>
          <a:prstGeom prst="rect"/>
        </p:spPr>
        <p:txBody>
          <a:bodyPr/>
          <a:lstStyle/>
          <a:p/>
        </p:txBody>
      </p:sp>
      <p:sp>
        <p:nvSpPr>
          <p:cNvPr id="5" name="Slide Number Placeholder 4"/>
          <p:cNvSpPr>
            <a:spLocks noGrp="1"/>
          </p:cNvSpPr>
          <p:nvPr>
            <p:ph type="sldNum" sz="quarter" idx="12"/>
          </p:nvPr>
        </p:nvSpPr>
        <p:spPr>
          <a:prstGeom prst="rect"/>
        </p:spPr>
        <p:txBody>
          <a:bodyPr/>
          <a:lstStyle/>
          <a:p>
            <a:fld id="{4C52942B-A18E-4F31-8351-CDBC5907CD94}" type="slidenum">
              <a:rPr smtClean="0"/>
              <a:t>‹#›</a:t>
            </a:fld>
          </a:p>
        </p:txBody>
      </p:sp>
    </p:spTree>
  </p:cSld>
</p:sldLayout>
</file>

<file path=ppt/slideLayouts/slideLayout7.xml><?xml version="1.0" encoding="utf-8"?>
<p:sldLayout xmlns:r="http://schemas.openxmlformats.org/officeDocument/2006/relationships" xmlns:a="http://schemas.openxmlformats.org/drawingml/2006/main"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prstGeom prst="rect"/>
        </p:spPr>
        <p:txBody>
          <a:bodyPr/>
          <a:lstStyle/>
          <a:p>
            <a:fld id="{88584B19-1072-4E0D-8ECC-62FA0FA8E468}" type="datetimeFigureOut">
              <a:rPr smtClean="0"/>
              <a:t>08/25/2026</a:t>
            </a:fld>
          </a:p>
        </p:txBody>
      </p:sp>
      <p:sp>
        <p:nvSpPr>
          <p:cNvPr id="3" name="Footer Placeholder 2"/>
          <p:cNvSpPr>
            <a:spLocks noGrp="1"/>
          </p:cNvSpPr>
          <p:nvPr>
            <p:ph type="ftr" sz="quarter" idx="11"/>
          </p:nvPr>
        </p:nvSpPr>
        <p:spPr>
          <a:prstGeom prst="rect"/>
        </p:spPr>
        <p:txBody>
          <a:bodyPr/>
          <a:lstStyle/>
          <a:p/>
        </p:txBody>
      </p:sp>
      <p:sp>
        <p:nvSpPr>
          <p:cNvPr id="4" name="Slide Number Placeholder 3"/>
          <p:cNvSpPr>
            <a:spLocks noGrp="1"/>
          </p:cNvSpPr>
          <p:nvPr>
            <p:ph type="sldNum" sz="quarter" idx="12"/>
          </p:nvPr>
        </p:nvSpPr>
        <p:spPr>
          <a:prstGeom prst="rect"/>
        </p:spPr>
        <p:txBody>
          <a:bodyPr/>
          <a:lstStyle/>
          <a:p>
            <a:fld id="{025E88A8-B4D1-4122-9B29-F3DEA2502003}" type="slidenum">
              <a:rPr smtClean="0"/>
              <a:t>‹#›</a:t>
            </a:fld>
          </a:p>
        </p:txBody>
      </p:sp>
    </p:spTree>
  </p:cSld>
</p:sldLayout>
</file>

<file path=ppt/slideLayouts/slideLayout8.xml><?xml version="1.0" encoding="utf-8"?>
<p:sldLayout xmlns:r="http://schemas.openxmlformats.org/officeDocument/2006/relationships" xmlns:a="http://schemas.openxmlformats.org/drawingml/2006/main" xmlns:p="http://schemas.openxmlformats.org/presentationml/2006/main" type="objTx">
  <p:cSld name="Content with Caption">
    <p:spTree>
      <p:nvGrpSpPr>
        <p:cNvPr id="1" name=""/>
        <p:cNvGrpSpPr/>
        <p:nvPr/>
      </p:nvGrpSpPr>
      <p:grpSpPr>
        <a:xfrm>
          <a:off x="0" y="0"/>
          <a:ext cx="0" cy="0"/>
          <a:chOff x="0" y="0"/>
          <a:chExt cx="0" cy="0"/>
        </a:xfrm>
      </p:grpSpPr>
      <p:sp>
        <p:nvSpPr>
          <p:cNvPr id="2" name="Date Placeholder 1"/>
          <p:cNvSpPr>
            <a:spLocks noGrp="1"/>
          </p:cNvSpPr>
          <p:nvPr>
            <p:ph type="dt" sz="half" idx="10"/>
          </p:nvPr>
        </p:nvSpPr>
        <p:spPr>
          <a:prstGeom prst="rect"/>
        </p:spPr>
        <p:txBody>
          <a:bodyPr/>
          <a:lstStyle/>
          <a:p>
            <a:fld id="{3DE114B7-D114-47C0-B611-7EA2E62C75F4}" type="datetimeFigureOut">
              <a:rPr smtClean="0"/>
              <a:t>08/25/2026</a:t>
            </a:fld>
          </a:p>
        </p:txBody>
      </p:sp>
      <p:sp>
        <p:nvSpPr>
          <p:cNvPr id="3" name="Footer Placeholder 2"/>
          <p:cNvSpPr>
            <a:spLocks noGrp="1"/>
          </p:cNvSpPr>
          <p:nvPr>
            <p:ph type="ftr" sz="quarter" idx="11"/>
          </p:nvPr>
        </p:nvSpPr>
        <p:spPr>
          <a:prstGeom prst="rect"/>
        </p:spPr>
        <p:txBody>
          <a:bodyPr/>
          <a:lstStyle/>
          <a:p/>
        </p:txBody>
      </p:sp>
      <p:sp>
        <p:nvSpPr>
          <p:cNvPr id="4" name="Slide Number Placeholder 3"/>
          <p:cNvSpPr>
            <a:spLocks noGrp="1"/>
          </p:cNvSpPr>
          <p:nvPr>
            <p:ph type="sldNum" sz="quarter" idx="12"/>
          </p:nvPr>
        </p:nvSpPr>
        <p:spPr>
          <a:prstGeom prst="rect"/>
        </p:spPr>
        <p:txBody>
          <a:bodyPr/>
          <a:lstStyle/>
          <a:p>
            <a:fld id="{B3B7C4C3-DC8D-4036-B37F-D667D99D217B}" type="slidenum">
              <a:rPr smtClean="0"/>
              <a:t>‹#›</a:t>
            </a:fld>
          </a:p>
        </p:txBody>
      </p:sp>
    </p:spTree>
  </p:cSld>
</p:sldLayout>
</file>

<file path=ppt/slideLayouts/slideLayout9.xml><?xml version="1.0" encoding="utf-8"?>
<p:sldLayout xmlns:r="http://schemas.openxmlformats.org/officeDocument/2006/relationships" xmlns:a="http://schemas.openxmlformats.org/drawingml/2006/main"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p:spPr>
        <p:txBody>
          <a:bodyPr anchor="b"/>
          <a:lstStyle>
            <a:defPPr/>
            <a:lvl1pPr algn="l">
              <a:defRPr sz="3200"/>
            </a:lvl1pPr>
          </a:lstStyle>
          <a:p>
            <a:r>
              <a:t>Click to edit Master title style</a:t>
            </a:r>
          </a:p>
        </p:txBody>
      </p:sp>
      <p:sp>
        <p:nvSpPr>
          <p:cNvPr id="3" name="Picture Placeholder 2"/>
          <p:cNvSpPr>
            <a:spLocks noGrp="1"/>
          </p:cNvSpPr>
          <p:nvPr>
            <p:ph type="pic" idx="1"/>
          </p:nvPr>
        </p:nvSpPr>
        <p:spPr>
          <a:xfrm>
            <a:off x="5183189" y="987425"/>
            <a:ext cx="6172200" cy="4873625"/>
          </a:xfrm>
          <a:prstGeom prst="rect"/>
        </p:spPr>
        <p:txBody>
          <a:bodyPr/>
          <a:lstStyle>
            <a:defPPr/>
            <a:lvl1pPr marL="0" indent="0" algn="l">
              <a:buNone/>
              <a:defRPr sz="2400"/>
            </a:lvl1pPr>
            <a:lvl2pPr marL="2194560" indent="0" algn="l">
              <a:buNone/>
              <a:defRPr sz="2000"/>
            </a:lvl2pPr>
            <a:lvl3pPr marL="4389120" indent="0" algn="l">
              <a:buNone/>
              <a:defRPr sz="1800"/>
            </a:lvl3pPr>
            <a:lvl4pPr marL="6583680" indent="0" algn="l">
              <a:buNone/>
              <a:defRPr sz="1600"/>
            </a:lvl4pPr>
            <a:lvl5pPr marL="8778240" indent="0" algn="l">
              <a:buNone/>
              <a:defRPr sz="1600"/>
            </a:lvl5pPr>
            <a:lvl6pPr marL="10972800" indent="0" algn="l">
              <a:buNone/>
              <a:defRPr sz="1600"/>
            </a:lvl6pPr>
            <a:lvl7pPr marL="13167360" indent="0" algn="l">
              <a:buNone/>
              <a:defRPr sz="1600"/>
            </a:lvl7pPr>
            <a:lvl8pPr marL="15361920" indent="0" algn="l">
              <a:buNone/>
              <a:defRPr sz="1600"/>
            </a:lvl8pPr>
            <a:lvl9pPr marL="17556480" indent="0" algn="l">
              <a:buNone/>
              <a:defRPr sz="1600"/>
            </a:lvl9pPr>
          </a:lstStyle>
          <a:p/>
        </p:txBody>
      </p:sp>
      <p:sp>
        <p:nvSpPr>
          <p:cNvPr id="4" name="Text Placeholder 3"/>
          <p:cNvSpPr>
            <a:spLocks noGrp="1"/>
          </p:cNvSpPr>
          <p:nvPr>
            <p:ph type="body" sz="half" idx="2"/>
          </p:nvPr>
        </p:nvSpPr>
        <p:spPr>
          <a:xfrm>
            <a:off x="839788" y="2057400"/>
            <a:ext cx="3932237" cy="3811589"/>
          </a:xfrm>
          <a:prstGeom prst="rect"/>
        </p:spPr>
        <p:txBody>
          <a:bodyPr/>
          <a:lstStyle>
            <a:defPPr/>
            <a:lvl1pPr marL="0" indent="0" algn="l">
              <a:buNone/>
              <a:defRPr sz="2400"/>
            </a:lvl1pPr>
            <a:lvl2pPr marL="2194560" indent="0" algn="l">
              <a:buNone/>
              <a:defRPr sz="2000"/>
            </a:lvl2pPr>
            <a:lvl3pPr marL="4389120" indent="0" algn="l">
              <a:buNone/>
              <a:defRPr sz="1800"/>
            </a:lvl3pPr>
            <a:lvl4pPr marL="6583680" indent="0" algn="l">
              <a:buNone/>
              <a:defRPr sz="1600"/>
            </a:lvl4pPr>
            <a:lvl5pPr marL="8778240" indent="0" algn="l">
              <a:buNone/>
              <a:defRPr sz="1600"/>
            </a:lvl5pPr>
            <a:lvl6pPr marL="10972800" indent="0" algn="l">
              <a:buNone/>
              <a:defRPr sz="1600"/>
            </a:lvl6pPr>
            <a:lvl7pPr marL="13167360" indent="0" algn="l">
              <a:buNone/>
              <a:defRPr sz="1600"/>
            </a:lvl7pPr>
            <a:lvl8pPr marL="15361920" indent="0" algn="l">
              <a:buNone/>
              <a:defRPr sz="1600"/>
            </a:lvl8pPr>
            <a:lvl9pPr marL="17556480" indent="0" algn="l">
              <a:buNone/>
              <a:defRPr sz="1600"/>
            </a:lvl9pPr>
          </a:lstStyle>
          <a:p>
            <a:pPr lvl="0"/>
            <a:r>
              <a:t>Click to edit Master text styles</a:t>
            </a:r>
          </a:p>
        </p:txBody>
      </p:sp>
      <p:sp>
        <p:nvSpPr>
          <p:cNvPr id="5" name="Date Placeholder 4"/>
          <p:cNvSpPr>
            <a:spLocks noGrp="1"/>
          </p:cNvSpPr>
          <p:nvPr>
            <p:ph type="dt" sz="half" idx="10"/>
          </p:nvPr>
        </p:nvSpPr>
        <p:spPr>
          <a:prstGeom prst="rect"/>
        </p:spPr>
        <p:txBody>
          <a:bodyPr/>
          <a:lstStyle/>
          <a:p>
            <a:fld id="{BFAA7263-42B6-4E0E-AA8C-3209A2EB5F4B}" type="datetimeFigureOut">
              <a:rPr smtClean="0"/>
              <a:t>08/25/2026</a:t>
            </a:fld>
          </a:p>
        </p:txBody>
      </p:sp>
      <p:sp>
        <p:nvSpPr>
          <p:cNvPr id="6" name="Footer Placeholder 5"/>
          <p:cNvSpPr>
            <a:spLocks noGrp="1"/>
          </p:cNvSpPr>
          <p:nvPr>
            <p:ph type="ftr" sz="quarter" idx="11"/>
          </p:nvPr>
        </p:nvSpPr>
        <p:spPr>
          <a:prstGeom prst="rect"/>
        </p:spPr>
        <p:txBody>
          <a:bodyPr/>
          <a:lstStyle/>
          <a:p/>
        </p:txBody>
      </p:sp>
      <p:sp>
        <p:nvSpPr>
          <p:cNvPr id="7" name="Slide Number Placeholder 6"/>
          <p:cNvSpPr>
            <a:spLocks noGrp="1"/>
          </p:cNvSpPr>
          <p:nvPr>
            <p:ph type="sldNum" sz="quarter" idx="12"/>
          </p:nvPr>
        </p:nvSpPr>
        <p:spPr>
          <a:prstGeom prst="rect"/>
        </p:spPr>
        <p:txBody>
          <a:bodyPr/>
          <a:lstStyle/>
          <a:p>
            <a:fld id="{A8EACC58-47FB-49FB-9E2C-DC9EF14F4323}" type="slidenum">
              <a:rPr smtClean="0"/>
              <a:t>‹#›</a:t>
            </a:fld>
          </a:p>
        </p:txBody>
      </p:sp>
    </p:spTree>
  </p:cSld>
</p:sldLayout>
</file>

<file path=ppt/slideLayouts/slideLayout10.xml><?xml version="1.0" encoding="utf-8"?>
<p:sldLayout xmlns:r="http://schemas.openxmlformats.org/officeDocument/2006/relationships" xmlns:a="http://schemas.openxmlformats.org/drawingml/2006/main"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prstGeom prst="rect"/>
        </p:spPr>
        <p:txBody>
          <a:bodyPr/>
          <a:lstStyle/>
          <a:p>
            <a:r>
              <a:t>Click to edit Master title style</a:t>
            </a:r>
          </a:p>
        </p:txBody>
      </p:sp>
      <p:sp>
        <p:nvSpPr>
          <p:cNvPr id="3" name="Vertical Text Placeholder 2"/>
          <p:cNvSpPr>
            <a:spLocks noGrp="1"/>
          </p:cNvSpPr>
          <p:nvPr>
            <p:ph type="body" orient="vert" idx="1"/>
          </p:nvPr>
        </p:nvSpPr>
        <p:spPr>
          <a:prstGeom prst="rect"/>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a:prstGeom prst="rect"/>
        </p:spPr>
        <p:txBody>
          <a:bodyPr/>
          <a:lstStyle/>
          <a:p>
            <a:fld id="{6F147389-538D-48A5-91F7-09D3F5CE8615}" type="datetimeFigureOut">
              <a:rPr smtClean="0"/>
              <a:t>08/25/2026</a:t>
            </a:fld>
          </a:p>
        </p:txBody>
      </p:sp>
      <p:sp>
        <p:nvSpPr>
          <p:cNvPr id="5" name="Footer Placeholder 4"/>
          <p:cNvSpPr>
            <a:spLocks noGrp="1"/>
          </p:cNvSpPr>
          <p:nvPr>
            <p:ph type="ftr" sz="quarter" idx="11"/>
          </p:nvPr>
        </p:nvSpPr>
        <p:spPr>
          <a:prstGeom prst="rect"/>
        </p:spPr>
        <p:txBody>
          <a:bodyPr/>
          <a:lstStyle/>
          <a:p/>
        </p:txBody>
      </p:sp>
      <p:sp>
        <p:nvSpPr>
          <p:cNvPr id="6" name="Slide Number Placeholder 5"/>
          <p:cNvSpPr>
            <a:spLocks noGrp="1"/>
          </p:cNvSpPr>
          <p:nvPr>
            <p:ph type="sldNum" sz="quarter" idx="12"/>
          </p:nvPr>
        </p:nvSpPr>
        <p:spPr>
          <a:prstGeom prst="rect"/>
        </p:spPr>
        <p:txBody>
          <a:bodyPr/>
          <a:lstStyle/>
          <a:p>
            <a:fld id="{C43AA766-7108-4074-AC7A-A3B11F3D1C7D}" type="slidenum">
              <a:rPr smtClean="0"/>
              <a:t>‹#›</a:t>
            </a:fld>
          </a:p>
        </p:txBody>
      </p:sp>
    </p:spTree>
  </p:cSld>
</p:sldLayout>
</file>

<file path=ppt/slideLayouts/slideLayout11.xml><?xml version="1.0" encoding="utf-8"?>
<p:sldLayout xmlns:r="http://schemas.openxmlformats.org/officeDocument/2006/relationships" xmlns:a="http://schemas.openxmlformats.org/drawingml/2006/main"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9"/>
          </a:xfrm>
          <a:prstGeom prst="rect"/>
        </p:spPr>
        <p:txBody>
          <a:bodyPr vert="eaVert"/>
          <a:lstStyle/>
          <a:p>
            <a:r>
              <a:t>Click to edit Master title style</a:t>
            </a:r>
          </a:p>
        </p:txBody>
      </p:sp>
      <p:sp>
        <p:nvSpPr>
          <p:cNvPr id="3" name="Vertical Text Placeholder 2"/>
          <p:cNvSpPr>
            <a:spLocks noGrp="1"/>
          </p:cNvSpPr>
          <p:nvPr>
            <p:ph type="body" orient="vert" idx="1"/>
          </p:nvPr>
        </p:nvSpPr>
        <p:spPr>
          <a:xfrm>
            <a:off x="838200" y="365126"/>
            <a:ext cx="7734300" cy="5811839"/>
          </a:xfrm>
          <a:prstGeom prst="rect"/>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a:prstGeom prst="rect"/>
        </p:spPr>
        <p:txBody>
          <a:bodyPr/>
          <a:lstStyle/>
          <a:p>
            <a:fld id="{11141AB2-9935-45AD-95BA-7EB124990AC5}" type="datetimeFigureOut">
              <a:rPr smtClean="0"/>
              <a:t>08/25/2026</a:t>
            </a:fld>
          </a:p>
        </p:txBody>
      </p:sp>
      <p:sp>
        <p:nvSpPr>
          <p:cNvPr id="5" name="Footer Placeholder 4"/>
          <p:cNvSpPr>
            <a:spLocks noGrp="1"/>
          </p:cNvSpPr>
          <p:nvPr>
            <p:ph type="ftr" sz="quarter" idx="11"/>
          </p:nvPr>
        </p:nvSpPr>
        <p:spPr>
          <a:prstGeom prst="rect"/>
        </p:spPr>
        <p:txBody>
          <a:bodyPr/>
          <a:lstStyle/>
          <a:p/>
        </p:txBody>
      </p:sp>
      <p:sp>
        <p:nvSpPr>
          <p:cNvPr id="6" name="Slide Number Placeholder 5"/>
          <p:cNvSpPr>
            <a:spLocks noGrp="1"/>
          </p:cNvSpPr>
          <p:nvPr>
            <p:ph type="sldNum" sz="quarter" idx="12"/>
          </p:nvPr>
        </p:nvSpPr>
        <p:spPr>
          <a:prstGeom prst="rect"/>
        </p:spPr>
        <p:txBody>
          <a:bodyPr/>
          <a:lstStyle/>
          <a:p>
            <a:fld id="{14C2ED7D-064D-44D3-ADF2-BF87A6316705}" type="slidenum">
              <a:rPr smtClean="0"/>
              <a:t>‹#›</a:t>
            </a:fld>
          </a:p>
        </p:txBody>
      </p:sp>
    </p:spTree>
  </p:cSld>
</p:sldLayout>
</file>

<file path=ppt/slideLayouts/slideLayout12.xml><?xml version="1.0" encoding="utf-8"?>
<p:sldLayout xmlns:r="http://schemas.openxmlformats.org/officeDocument/2006/relationships" xmlns:a="http://schemas.openxmlformats.org/drawingml/2006/main" xmlns:p="http://schemas.openxmlformats.org/presentationml/2006/main" type="blank">
  <p:cSld name="taro-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prstGeom prst="rect"/>
        </p:spPr>
        <p:txBody>
          <a:bodyPr/>
          <a:lstStyle/>
          <a:p>
            <a:fld id="{C0D83603-5624-4B7A-AC0B-A26F72B75CB8}" type="datetimeFigureOut">
              <a:rPr smtClean="0"/>
              <a:t>08/25/2026</a:t>
            </a:fld>
          </a:p>
        </p:txBody>
      </p:sp>
      <p:sp>
        <p:nvSpPr>
          <p:cNvPr id="3" name="Footer Placeholder 2"/>
          <p:cNvSpPr>
            <a:spLocks noGrp="1"/>
          </p:cNvSpPr>
          <p:nvPr>
            <p:ph type="ftr" sz="quarter" idx="11"/>
          </p:nvPr>
        </p:nvSpPr>
        <p:spPr>
          <a:prstGeom prst="rect"/>
        </p:spPr>
        <p:txBody>
          <a:bodyPr/>
          <a:lstStyle/>
          <a:p/>
        </p:txBody>
      </p:sp>
      <p:sp>
        <p:nvSpPr>
          <p:cNvPr id="4" name="Slide Number Placeholder 3"/>
          <p:cNvSpPr>
            <a:spLocks noGrp="1"/>
          </p:cNvSpPr>
          <p:nvPr>
            <p:ph type="sldNum" sz="quarter" idx="12"/>
          </p:nvPr>
        </p:nvSpPr>
        <p:spPr>
          <a:prstGeom prst="rect"/>
        </p:spPr>
        <p:txBody>
          <a:bodyPr/>
          <a:lstStyle/>
          <a:p>
            <a:fld id="{E04705C3-EC58-4B8D-A7F7-5056A476D3E1}" type="slidenum">
              <a:rPr smtClean="0"/>
              <a:t>‹#›</a:t>
            </a:fld>
          </a:p>
        </p:txBody>
      </p:sp>
    </p:spTree>
  </p:cSld>
</p:sldLayout>
</file>

<file path=ppt/slideLayouts/slideLayout13.xml><?xml version="1.0" encoding="utf-8"?>
<p:sldLayout xmlns:r="http://schemas.openxmlformats.org/officeDocument/2006/relationships" xmlns:a="http://schemas.openxmlformats.org/drawingml/2006/main" xmlns:p="http://schemas.openxmlformats.org/presentationml/2006/main" type="blank">
  <p:cSld name="taro-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prstGeom prst="rect"/>
        </p:spPr>
        <p:txBody>
          <a:bodyPr/>
          <a:lstStyle/>
          <a:p>
            <a:fld id="{20BAE795-7632-46A7-B733-AD3D6A432DAF}" type="datetimeFigureOut">
              <a:rPr smtClean="0"/>
              <a:t>08/25/2026</a:t>
            </a:fld>
          </a:p>
        </p:txBody>
      </p:sp>
      <p:sp>
        <p:nvSpPr>
          <p:cNvPr id="3" name="Footer Placeholder 2"/>
          <p:cNvSpPr>
            <a:spLocks noGrp="1"/>
          </p:cNvSpPr>
          <p:nvPr>
            <p:ph type="ftr" sz="quarter" idx="11"/>
          </p:nvPr>
        </p:nvSpPr>
        <p:spPr>
          <a:prstGeom prst="rect"/>
        </p:spPr>
        <p:txBody>
          <a:bodyPr/>
          <a:lstStyle/>
          <a:p/>
        </p:txBody>
      </p:sp>
      <p:sp>
        <p:nvSpPr>
          <p:cNvPr id="4" name="Slide Number Placeholder 3"/>
          <p:cNvSpPr>
            <a:spLocks noGrp="1"/>
          </p:cNvSpPr>
          <p:nvPr>
            <p:ph type="sldNum" sz="quarter" idx="12"/>
          </p:nvPr>
        </p:nvSpPr>
        <p:spPr>
          <a:prstGeom prst="rect"/>
        </p:spPr>
        <p:txBody>
          <a:bodyPr/>
          <a:lstStyle/>
          <a:p>
            <a:fld id="{43A39576-3478-4320-84E1-42F7D8F0B6C6}" type="slidenum">
              <a:rPr smtClean="0"/>
              <a:t>‹#›</a:t>
            </a:fld>
          </a:p>
        </p:txBody>
      </p:sp>
    </p:spTree>
  </p:cSld>
</p:sldLayout>
</file>

<file path=ppt/slideLayouts/slideLayout14.xml><?xml version="1.0" encoding="utf-8"?>
<p:sldLayout xmlns:r="http://schemas.openxmlformats.org/officeDocument/2006/relationships" xmlns:a="http://schemas.openxmlformats.org/drawingml/2006/main" xmlns:p="http://schemas.openxmlformats.org/presentationml/2006/main" type="blank">
  <p:cSld name="taro-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prstGeom prst="rect"/>
        </p:spPr>
        <p:txBody>
          <a:bodyPr/>
          <a:lstStyle/>
          <a:p>
            <a:fld id="{76117F85-16A3-4FF8-AFC7-69335E578C8D}" type="datetimeFigureOut">
              <a:rPr smtClean="0"/>
              <a:t>08/25/2026</a:t>
            </a:fld>
          </a:p>
        </p:txBody>
      </p:sp>
      <p:sp>
        <p:nvSpPr>
          <p:cNvPr id="3" name="Footer Placeholder 2"/>
          <p:cNvSpPr>
            <a:spLocks noGrp="1"/>
          </p:cNvSpPr>
          <p:nvPr>
            <p:ph type="ftr" sz="quarter" idx="11"/>
          </p:nvPr>
        </p:nvSpPr>
        <p:spPr>
          <a:prstGeom prst="rect"/>
        </p:spPr>
        <p:txBody>
          <a:bodyPr/>
          <a:lstStyle/>
          <a:p/>
        </p:txBody>
      </p:sp>
      <p:sp>
        <p:nvSpPr>
          <p:cNvPr id="4" name="Slide Number Placeholder 3"/>
          <p:cNvSpPr>
            <a:spLocks noGrp="1"/>
          </p:cNvSpPr>
          <p:nvPr>
            <p:ph type="sldNum" sz="quarter" idx="12"/>
          </p:nvPr>
        </p:nvSpPr>
        <p:spPr>
          <a:prstGeom prst="rect"/>
        </p:spPr>
        <p:txBody>
          <a:bodyPr/>
          <a:lstStyle/>
          <a:p>
            <a:fld id="{B0BD0F4E-FC86-4FAC-B22C-B6FD1883907D}" type="slidenum">
              <a:rPr smtClean="0"/>
              <a:t>‹#›</a:t>
            </a:fld>
          </a:p>
        </p:txBody>
      </p:sp>
    </p:spTree>
  </p:cSld>
</p:sldLayout>
</file>

<file path=ppt/slideLayouts/slideLayout15.xml><?xml version="1.0" encoding="utf-8"?>
<p:sldLayout xmlns:r="http://schemas.openxmlformats.org/officeDocument/2006/relationships" xmlns:a="http://schemas.openxmlformats.org/drawingml/2006/main" xmlns:p="http://schemas.openxmlformats.org/presentationml/2006/main" type="blank">
  <p:cSld name="taro-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prstGeom prst="rect"/>
        </p:spPr>
        <p:txBody>
          <a:bodyPr/>
          <a:lstStyle/>
          <a:p>
            <a:fld id="{EB71A4BA-1318-4C51-8BB8-5E676E8BCBF2}" type="datetimeFigureOut">
              <a:rPr smtClean="0"/>
              <a:t>08/25/2026</a:t>
            </a:fld>
          </a:p>
        </p:txBody>
      </p:sp>
      <p:sp>
        <p:nvSpPr>
          <p:cNvPr id="3" name="Footer Placeholder 2"/>
          <p:cNvSpPr>
            <a:spLocks noGrp="1"/>
          </p:cNvSpPr>
          <p:nvPr>
            <p:ph type="ftr" sz="quarter" idx="11"/>
          </p:nvPr>
        </p:nvSpPr>
        <p:spPr>
          <a:prstGeom prst="rect"/>
        </p:spPr>
        <p:txBody>
          <a:bodyPr/>
          <a:lstStyle/>
          <a:p/>
        </p:txBody>
      </p:sp>
      <p:sp>
        <p:nvSpPr>
          <p:cNvPr id="4" name="Slide Number Placeholder 3"/>
          <p:cNvSpPr>
            <a:spLocks noGrp="1"/>
          </p:cNvSpPr>
          <p:nvPr>
            <p:ph type="sldNum" sz="quarter" idx="12"/>
          </p:nvPr>
        </p:nvSpPr>
        <p:spPr>
          <a:prstGeom prst="rect"/>
        </p:spPr>
        <p:txBody>
          <a:bodyPr/>
          <a:lstStyle/>
          <a:p>
            <a:fld id="{16AC2F1A-5FEE-4E56-9DB9-EB98597A64F0}" type="slidenum">
              <a:rPr smtClean="0"/>
              <a:t>‹#›</a:t>
            </a:fld>
          </a:p>
        </p:txBody>
      </p:sp>
    </p:spTree>
  </p:cSld>
</p:sldLayout>
</file>

<file path=ppt/slideLayouts/slideLayout16.xml><?xml version="1.0" encoding="utf-8"?>
<p:sldLayout xmlns:r="http://schemas.openxmlformats.org/officeDocument/2006/relationships" xmlns:a="http://schemas.openxmlformats.org/drawingml/2006/main" xmlns:p="http://schemas.openxmlformats.org/presentationml/2006/main" type="blank">
  <p:cSld name="taro-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prstGeom prst="rect"/>
        </p:spPr>
        <p:txBody>
          <a:bodyPr/>
          <a:lstStyle/>
          <a:p>
            <a:fld id="{3703A2D8-0487-4E3D-92CE-0324804909A9}" type="datetimeFigureOut">
              <a:rPr smtClean="0"/>
              <a:t>08/25/2026</a:t>
            </a:fld>
          </a:p>
        </p:txBody>
      </p:sp>
      <p:sp>
        <p:nvSpPr>
          <p:cNvPr id="3" name="Footer Placeholder 2"/>
          <p:cNvSpPr>
            <a:spLocks noGrp="1"/>
          </p:cNvSpPr>
          <p:nvPr>
            <p:ph type="ftr" sz="quarter" idx="11"/>
          </p:nvPr>
        </p:nvSpPr>
        <p:spPr>
          <a:prstGeom prst="rect"/>
        </p:spPr>
        <p:txBody>
          <a:bodyPr/>
          <a:lstStyle/>
          <a:p/>
        </p:txBody>
      </p:sp>
      <p:sp>
        <p:nvSpPr>
          <p:cNvPr id="4" name="Slide Number Placeholder 3"/>
          <p:cNvSpPr>
            <a:spLocks noGrp="1"/>
          </p:cNvSpPr>
          <p:nvPr>
            <p:ph type="sldNum" sz="quarter" idx="12"/>
          </p:nvPr>
        </p:nvSpPr>
        <p:spPr>
          <a:prstGeom prst="rect"/>
        </p:spPr>
        <p:txBody>
          <a:bodyPr/>
          <a:lstStyle/>
          <a:p>
            <a:fld id="{EBB6429F-6194-4ABB-9B57-FCE49CC03EAC}" type="slidenum">
              <a:rPr smtClean="0"/>
              <a:t>‹#›</a:t>
            </a:fld>
          </a:p>
        </p:txBody>
      </p:sp>
    </p:spTree>
  </p:cSld>
</p:sldLayout>
</file>

<file path=ppt/slideMasters/_rels/slideMaster1.xml.rels>&#65279;<?xml version="1.0" encoding="utf-8"?><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theme" Target="../theme/theme1.xml" /></Relationships>
</file>

<file path=ppt/slideMasters/slideMaster1.xml><?xml version="1.0" encoding="utf-8"?>
<p:sldMaster xmlns:r="http://schemas.openxmlformats.org/officeDocument/2006/relationships" xmlns:a="http://schemas.openxmlformats.org/drawingml/2006/main"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p:spPr>
        <p:txBody>
          <a:bodyPr vert="horz" lIns="91440" tIns="45720" rIns="91440" bIns="45720" rtlCol="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p:spPr>
        <p:txBody>
          <a:bodyPr vert="horz" lIns="91440" tIns="45720" rIns="91440" bIns="45720" rtlCol="0">
            <a:normAutofit/>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2"/>
          </p:nvPr>
        </p:nvSpPr>
        <p:spPr>
          <a:xfrm>
            <a:off x="838200" y="6356350"/>
            <a:ext cx="2743200" cy="365126"/>
          </a:xfrm>
          <a:prstGeom prst="rect"/>
        </p:spPr>
        <p:txBody>
          <a:bodyPr vert="horz" lIns="91440" tIns="45720" rIns="91440" bIns="45720" rtlCol="0" anchor="ctr"/>
          <a:lstStyle>
            <a:defPPr/>
            <a:lvl1pPr algn="l">
              <a:defRPr sz="1200">
                <a:solidFill>
                  <a:schemeClr val="tx1"/>
                </a:solidFill>
              </a:defRPr>
            </a:lvl1pPr>
          </a:lstStyle>
          <a:p>
            <a:fld id="{2240232A-2D59-4CC1-88B9-816F4ABA631E}" type="datetimeFigureOut">
              <a:rPr smtClean="0"/>
              <a:t>08/25/2026</a:t>
            </a:fld>
          </a:p>
        </p:txBody>
      </p:sp>
      <p:sp>
        <p:nvSpPr>
          <p:cNvPr id="5" name="Footer Placeholder 4"/>
          <p:cNvSpPr>
            <a:spLocks noGrp="1"/>
          </p:cNvSpPr>
          <p:nvPr>
            <p:ph type="ftr" sz="quarter" idx="3"/>
          </p:nvPr>
        </p:nvSpPr>
        <p:spPr>
          <a:xfrm>
            <a:off x="4038600" y="6356350"/>
            <a:ext cx="4114800" cy="365126"/>
          </a:xfrm>
          <a:prstGeom prst="rect"/>
        </p:spPr>
        <p:txBody>
          <a:bodyPr vert="horz" lIns="91440" tIns="45720" rIns="91440" bIns="45720" rtlCol="0" anchor="ctr"/>
          <a:lstStyle>
            <a:defPPr/>
            <a:lvl1pPr algn="ctr">
              <a:defRPr sz="1200">
                <a:solidFill>
                  <a:schemeClr val="tx1"/>
                </a:solidFill>
              </a:defRPr>
            </a:lvl1pPr>
          </a:lstStyle>
          <a:p/>
        </p:txBody>
      </p:sp>
      <p:sp>
        <p:nvSpPr>
          <p:cNvPr id="6" name="Slide Number Placeholder 5"/>
          <p:cNvSpPr>
            <a:spLocks noGrp="1"/>
          </p:cNvSpPr>
          <p:nvPr>
            <p:ph type="sldNum" sz="quarter" idx="4"/>
          </p:nvPr>
        </p:nvSpPr>
        <p:spPr>
          <a:xfrm>
            <a:off x="8610600" y="6356350"/>
            <a:ext cx="2743200" cy="365126"/>
          </a:xfrm>
          <a:prstGeom prst="rect"/>
        </p:spPr>
        <p:txBody>
          <a:bodyPr vert="horz" lIns="91440" tIns="45720" rIns="91440" bIns="45720" rtlCol="0" anchor="ctr"/>
          <a:lstStyle>
            <a:defPPr/>
            <a:lvl1pPr algn="r">
              <a:defRPr sz="1200">
                <a:solidFill>
                  <a:schemeClr val="tx1"/>
                </a:solidFill>
              </a:defRPr>
            </a:lvl1pPr>
          </a:lstStyle>
          <a:p>
            <a:fld id="{21F4E704-381E-45DE-B123-0C49FD11FC0A}" type="slidenum">
              <a:rPr smtClean="0"/>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defPPr/>
      <a:lvl1pPr algn="l" defTabSz="914400" rtl="0" eaLnBrk="1" latinLnBrk="0" hangingPunct="1">
        <a:lnSpc>
          <a:spcPct val="90000"/>
        </a:lnSpc>
        <a:defRPr sz="4400" kern="14400">
          <a:solidFill>
            <a:schemeClr val="tx1"/>
          </a:solidFill>
          <a:latin typeface="+mj-lt"/>
          <a:ea typeface="+mj-ea"/>
          <a:cs typeface="+mj-cs"/>
        </a:defRPr>
      </a:lvl1pPr>
    </p:titleStyle>
    <p:bodyStyle>
      <a:defPPr/>
      <a:lvl1pPr marL="228600" indent="-228600" algn="l" defTabSz="914400" rtl="0" eaLnBrk="1" latinLnBrk="0" hangingPunct="1">
        <a:lnSpc>
          <a:spcPct val="90000"/>
        </a:lnSpc>
        <a:spcBef>
          <a:spcPts val="1000"/>
        </a:spcBef>
        <a:buFont typeface="Arial" panose="020B0604020202020204" pitchFamily="34" charset="0"/>
        <a:buChar char="•"/>
        <a:defRPr sz="2800" kern="14400">
          <a:solidFill>
            <a:schemeClr val="tx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4400">
          <a:solidFill>
            <a:schemeClr val="tx1"/>
          </a:solidFill>
          <a:latin typeface="+mj-lt"/>
          <a:ea typeface="+mj-ea"/>
          <a:cs typeface="+mj-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4400">
          <a:solidFill>
            <a:schemeClr val="tx1"/>
          </a:solidFill>
          <a:latin typeface="+mj-lt"/>
          <a:ea typeface="+mj-ea"/>
          <a:cs typeface="+mj-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4400">
          <a:solidFill>
            <a:schemeClr val="tx1"/>
          </a:solidFill>
          <a:latin typeface="+mj-lt"/>
          <a:ea typeface="+mj-ea"/>
          <a:cs typeface="+mj-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4400">
          <a:solidFill>
            <a:schemeClr val="tx1"/>
          </a:solidFill>
          <a:latin typeface="+mj-lt"/>
          <a:ea typeface="+mj-ea"/>
          <a:cs typeface="+mj-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4400">
          <a:solidFill>
            <a:schemeClr val="tx1"/>
          </a:solidFill>
          <a:latin typeface="+mj-lt"/>
          <a:ea typeface="+mj-ea"/>
          <a:cs typeface="+mj-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4400">
          <a:solidFill>
            <a:schemeClr val="tx1"/>
          </a:solidFill>
          <a:latin typeface="+mj-lt"/>
          <a:ea typeface="+mj-ea"/>
          <a:cs typeface="+mj-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4400">
          <a:solidFill>
            <a:schemeClr val="tx1"/>
          </a:solidFill>
          <a:latin typeface="+mj-lt"/>
          <a:ea typeface="+mj-ea"/>
          <a:cs typeface="+mj-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4400">
          <a:solidFill>
            <a:schemeClr val="tx1"/>
          </a:solidFill>
          <a:latin typeface="+mj-lt"/>
          <a:ea typeface="+mj-ea"/>
          <a:cs typeface="+mj-cs"/>
        </a:defRPr>
      </a:lvl9pPr>
    </p:bodyStyle>
    <p:otherStyle>
      <a:defPPr/>
      <a:lvl1pPr marL="0" algn="l" defTabSz="914400" rtl="0" eaLnBrk="1" latinLnBrk="0" hangingPunct="1">
        <a:defRPr sz="1800" kern="14400">
          <a:solidFill>
            <a:schemeClr val="tx1"/>
          </a:solidFill>
          <a:latin typeface="+mj-lt"/>
          <a:ea typeface="+mj-ea"/>
          <a:cs typeface="+mj-cs"/>
        </a:defRPr>
      </a:lvl1pPr>
      <a:lvl2pPr marL="457200" algn="l" defTabSz="914400" rtl="0" eaLnBrk="1" latinLnBrk="0" hangingPunct="1">
        <a:defRPr sz="1800" kern="14400">
          <a:solidFill>
            <a:schemeClr val="tx1"/>
          </a:solidFill>
          <a:latin typeface="+mj-lt"/>
          <a:ea typeface="+mj-ea"/>
          <a:cs typeface="+mj-cs"/>
        </a:defRPr>
      </a:lvl2pPr>
      <a:lvl3pPr marL="914400" algn="l" defTabSz="914400" rtl="0" eaLnBrk="1" latinLnBrk="0" hangingPunct="1">
        <a:defRPr sz="1800" kern="14400">
          <a:solidFill>
            <a:schemeClr val="tx1"/>
          </a:solidFill>
          <a:latin typeface="+mj-lt"/>
          <a:ea typeface="+mj-ea"/>
          <a:cs typeface="+mj-cs"/>
        </a:defRPr>
      </a:lvl3pPr>
      <a:lvl4pPr marL="1371600" algn="l" defTabSz="914400" rtl="0" eaLnBrk="1" latinLnBrk="0" hangingPunct="1">
        <a:defRPr sz="1800" kern="14400">
          <a:solidFill>
            <a:schemeClr val="tx1"/>
          </a:solidFill>
          <a:latin typeface="+mj-lt"/>
          <a:ea typeface="+mj-ea"/>
          <a:cs typeface="+mj-cs"/>
        </a:defRPr>
      </a:lvl4pPr>
      <a:lvl5pPr marL="1828800" algn="l" defTabSz="914400" rtl="0" eaLnBrk="1" latinLnBrk="0" hangingPunct="1">
        <a:defRPr sz="1800" kern="14400">
          <a:solidFill>
            <a:schemeClr val="tx1"/>
          </a:solidFill>
          <a:latin typeface="+mj-lt"/>
          <a:ea typeface="+mj-ea"/>
          <a:cs typeface="+mj-cs"/>
        </a:defRPr>
      </a:lvl5pPr>
      <a:lvl6pPr marL="2286000" algn="l" defTabSz="914400" rtl="0" eaLnBrk="1" latinLnBrk="0" hangingPunct="1">
        <a:defRPr sz="1800" kern="14400">
          <a:solidFill>
            <a:schemeClr val="tx1"/>
          </a:solidFill>
          <a:latin typeface="+mj-lt"/>
          <a:ea typeface="+mj-ea"/>
          <a:cs typeface="+mj-cs"/>
        </a:defRPr>
      </a:lvl6pPr>
      <a:lvl7pPr marL="2743200" algn="l" defTabSz="914400" rtl="0" eaLnBrk="1" latinLnBrk="0" hangingPunct="1">
        <a:defRPr sz="1800" kern="14400">
          <a:solidFill>
            <a:schemeClr val="tx1"/>
          </a:solidFill>
          <a:latin typeface="+mj-lt"/>
          <a:ea typeface="+mj-ea"/>
          <a:cs typeface="+mj-cs"/>
        </a:defRPr>
      </a:lvl7pPr>
      <a:lvl8pPr marL="3200400" algn="l" defTabSz="914400" rtl="0" eaLnBrk="1" latinLnBrk="0" hangingPunct="1">
        <a:defRPr sz="1800" kern="14400">
          <a:solidFill>
            <a:schemeClr val="tx1"/>
          </a:solidFill>
          <a:latin typeface="+mj-lt"/>
          <a:ea typeface="+mj-ea"/>
          <a:cs typeface="+mj-cs"/>
        </a:defRPr>
      </a:lvl8pPr>
      <a:lvl9pPr marL="3657600" algn="l" defTabSz="914400" rtl="0" eaLnBrk="1" latinLnBrk="0" hangingPunct="1">
        <a:defRPr sz="1800" kern="14400">
          <a:solidFill>
            <a:schemeClr val="tx1"/>
          </a:solidFill>
          <a:latin typeface="+mj-lt"/>
          <a:ea typeface="+mj-ea"/>
          <a:cs typeface="+mj-cs"/>
        </a:defRPr>
      </a:lvl9pPr>
    </p:otherStyle>
  </p:txStyles>
</p:sldMaster>
</file>

<file path=ppt/slides/_rels/slide1.xml.rels>&#65279;<?xml version="1.0" encoding="utf-8"?><Relationships xmlns="http://schemas.openxmlformats.org/package/2006/relationships"><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&#65279;<?xml version="1.0" encoding="utf-8"?><Relationships xmlns="http://schemas.openxmlformats.org/package/2006/relationships"><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&#65279;<?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3.xml" /></Relationships>
</file>

<file path=ppt/slides/_rels/slide4.xml.rels>&#65279;<?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4.xml" /></Relationships>
</file>

<file path=ppt/slides/_rels/slide5.xml.rels>&#65279;<?xml version="1.0" encoding="utf-8"?><Relationships xmlns="http://schemas.openxmlformats.org/package/2006/relationships"><Relationship Id="rId1" Type="http://schemas.openxmlformats.org/officeDocument/2006/relationships/slideLayout" Target="../slideLayouts/slideLayout16.xml" /><Relationship Id="rId2" Type="http://schemas.openxmlformats.org/officeDocument/2006/relationships/notesSlide" Target="../notesSlides/notesSlide5.xml" /></Relationships>
</file>

<file path=ppt/slides/slide1.xml><?xml version="1.0" encoding="utf-8"?>
<p:sld xmlns:r="http://schemas.openxmlformats.org/officeDocument/2006/relationships" xmlns:a="http://schemas.openxmlformats.org/drawingml/2006/main" xmlns:p="http://schemas.openxmlformats.org/presentationml/2006/main">
  <p:cSld>
    <p:bg>
      <p:bgPr>
        <a:solidFill>
          <a:srgbClr val="F7F4EE"/>
        </a:solidFill>
      </p:bgPr>
    </p:bg>
    <p:spTree>
      <p:nvGrpSpPr>
        <p:cNvPr id="1" name=""/>
        <p:cNvGrpSpPr/>
        <p:nvPr/>
      </p:nvGrpSpPr>
      <p:grpSpPr>
        <a:xfrm>
          <a:off x="0" y="0"/>
          <a:ext cx="0" cy="0"/>
          <a:chOff x="0" y="0"/>
          <a:chExt cx="0" cy="0"/>
        </a:xfrm>
      </p:grpSpPr>
      <p:sp>
        <p:nvSpPr>
          <p:cNvPr id="2" name="Slide title"/>
          <p:cNvSpPr/>
          <p:nvPr/>
        </p:nvSpPr>
        <p:spPr>
          <a:xfrm>
            <a:off x="579120" y="457200"/>
            <a:ext cx="10668000" cy="57912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2900" b="1">
                <a:solidFill>
                  <a:srgbClr val="172033"/>
                </a:solidFill>
              </a:rPr>
              <a:t>AI-Assisted Project Kickoff</a:t>
            </a:r>
          </a:p>
        </p:txBody>
      </p:sp>
      <p:sp>
        <p:nvSpPr>
          <p:cNvPr id="3" name="Title rule"/>
          <p:cNvSpPr/>
          <p:nvPr/>
        </p:nvSpPr>
        <p:spPr>
          <a:xfrm>
            <a:off x="579120" y="1584960"/>
            <a:ext cx="1615440" cy="54865"/>
          </a:xfrm>
          <a:prstGeom prst="rect"/>
          <a:solidFill>
            <a:srgbClr val="0EA5E9"/>
          </a:solidFill>
          <a:ln w="3175" cmpd="sng">
            <a:solidFill>
              <a:srgbClr val="0EA5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4" name="Metric 1"/>
          <p:cNvSpPr/>
          <p:nvPr/>
        </p:nvSpPr>
        <p:spPr>
          <a:xfrm>
            <a:off x="579120" y="2133600"/>
            <a:ext cx="2632710" cy="3810000"/>
          </a:xfrm>
          <a:prstGeom prst="roundRect"/>
          <a:solidFill>
            <a:srgbClr val="FFFFFF"/>
          </a:solidFill>
          <a:ln w="3175" cmpd="sng">
            <a:solidFill>
              <a:srgbClr val="D7E0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5" name="Metric 1 value"/>
          <p:cNvSpPr/>
          <p:nvPr/>
        </p:nvSpPr>
        <p:spPr>
          <a:xfrm>
            <a:off x="777240" y="2590800"/>
            <a:ext cx="2236470" cy="70104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3400" b="1">
                <a:solidFill>
                  <a:srgbClr val="0EA5E9"/>
                </a:solidFill>
              </a:rPr>
              <a:t>30</a:t>
            </a:r>
          </a:p>
        </p:txBody>
      </p:sp>
      <p:sp>
        <p:nvSpPr>
          <p:cNvPr id="6" name="Metric 1 label"/>
          <p:cNvSpPr/>
          <p:nvPr/>
        </p:nvSpPr>
        <p:spPr>
          <a:xfrm>
            <a:off x="777240" y="3505200"/>
            <a:ext cx="2236470" cy="45720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1800" b="1">
                <a:solidFill>
                  <a:srgbClr val="172033"/>
                </a:solidFill>
              </a:rPr>
              <a:t>Kickoff minutes</a:t>
            </a:r>
          </a:p>
        </p:txBody>
      </p:sp>
      <p:sp>
        <p:nvSpPr>
          <p:cNvPr id="7" name="Metric 2"/>
          <p:cNvSpPr/>
          <p:nvPr/>
        </p:nvSpPr>
        <p:spPr>
          <a:xfrm>
            <a:off x="3379470" y="2133600"/>
            <a:ext cx="2632710" cy="3810000"/>
          </a:xfrm>
          <a:prstGeom prst="roundRect"/>
          <a:solidFill>
            <a:srgbClr val="FFFFFF"/>
          </a:solidFill>
          <a:ln w="3175" cmpd="sng">
            <a:solidFill>
              <a:srgbClr val="D7E0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8" name="Metric 2 value"/>
          <p:cNvSpPr/>
          <p:nvPr/>
        </p:nvSpPr>
        <p:spPr>
          <a:xfrm>
            <a:off x="3577590" y="2590800"/>
            <a:ext cx="2236470" cy="70104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3400" b="1">
                <a:solidFill>
                  <a:srgbClr val="F26A3D"/>
                </a:solidFill>
              </a:rPr>
              <a:t>4</a:t>
            </a:r>
          </a:p>
        </p:txBody>
      </p:sp>
      <p:sp>
        <p:nvSpPr>
          <p:cNvPr id="9" name="Metric 2 label"/>
          <p:cNvSpPr/>
          <p:nvPr/>
        </p:nvSpPr>
        <p:spPr>
          <a:xfrm>
            <a:off x="3577590" y="3505200"/>
            <a:ext cx="2236470" cy="45720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1800" b="1">
                <a:solidFill>
                  <a:srgbClr val="172033"/>
                </a:solidFill>
              </a:rPr>
              <a:t>Workflow steps</a:t>
            </a:r>
          </a:p>
        </p:txBody>
      </p:sp>
      <p:sp>
        <p:nvSpPr>
          <p:cNvPr id="10" name="Metric 3"/>
          <p:cNvSpPr/>
          <p:nvPr/>
        </p:nvSpPr>
        <p:spPr>
          <a:xfrm>
            <a:off x="6179820" y="2133600"/>
            <a:ext cx="2632710" cy="3810000"/>
          </a:xfrm>
          <a:prstGeom prst="roundRect"/>
          <a:solidFill>
            <a:srgbClr val="FFFFFF"/>
          </a:solidFill>
          <a:ln w="3175" cmpd="sng">
            <a:solidFill>
              <a:srgbClr val="D7E0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11" name="Metric 3 value"/>
          <p:cNvSpPr/>
          <p:nvPr/>
        </p:nvSpPr>
        <p:spPr>
          <a:xfrm>
            <a:off x="6377940" y="2590800"/>
            <a:ext cx="2236470" cy="70104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3400" b="1">
                <a:solidFill>
                  <a:srgbClr val="0EA5E9"/>
                </a:solidFill>
              </a:rPr>
              <a:t>1</a:t>
            </a:r>
          </a:p>
        </p:txBody>
      </p:sp>
      <p:sp>
        <p:nvSpPr>
          <p:cNvPr id="12" name="Metric 3 label"/>
          <p:cNvSpPr/>
          <p:nvPr/>
        </p:nvSpPr>
        <p:spPr>
          <a:xfrm>
            <a:off x="6377940" y="3505200"/>
            <a:ext cx="2236470" cy="45720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1800" b="1">
                <a:solidFill>
                  <a:srgbClr val="172033"/>
                </a:solidFill>
              </a:rPr>
              <a:t>Shared plan</a:t>
            </a:r>
          </a:p>
        </p:txBody>
      </p:sp>
      <p:sp>
        <p:nvSpPr>
          <p:cNvPr id="13" name="Metric 4"/>
          <p:cNvSpPr/>
          <p:nvPr/>
        </p:nvSpPr>
        <p:spPr>
          <a:xfrm>
            <a:off x="8980170" y="2133600"/>
            <a:ext cx="2632710" cy="3810000"/>
          </a:xfrm>
          <a:prstGeom prst="roundRect"/>
          <a:solidFill>
            <a:srgbClr val="FFFFFF"/>
          </a:solidFill>
          <a:ln w="3175" cmpd="sng">
            <a:solidFill>
              <a:srgbClr val="D7E0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14" name="Metric 4 value"/>
          <p:cNvSpPr/>
          <p:nvPr/>
        </p:nvSpPr>
        <p:spPr>
          <a:xfrm>
            <a:off x="9178290" y="2590800"/>
            <a:ext cx="2236470" cy="70104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3400" b="1">
                <a:solidFill>
                  <a:srgbClr val="F26A3D"/>
                </a:solidFill>
              </a:rPr>
              <a:t>5</a:t>
            </a:r>
          </a:p>
        </p:txBody>
      </p:sp>
      <p:sp>
        <p:nvSpPr>
          <p:cNvPr id="15" name="Metric 4 label"/>
          <p:cNvSpPr/>
          <p:nvPr/>
        </p:nvSpPr>
        <p:spPr>
          <a:xfrm>
            <a:off x="9178290" y="3505200"/>
            <a:ext cx="2236470" cy="45720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1800" b="1">
                <a:solidFill>
                  <a:srgbClr val="172033"/>
                </a:solidFill>
              </a:rPr>
              <a:t>Actions this week</a:t>
            </a:r>
          </a:p>
        </p:txBody>
      </p:sp>
    </p:spTree>
  </p:cSld>
</p:sld>
</file>

<file path=ppt/slides/slide2.xml><?xml version="1.0" encoding="utf-8"?>
<p:sld xmlns:r="http://schemas.openxmlformats.org/officeDocument/2006/relationships" xmlns:a="http://schemas.openxmlformats.org/drawingml/2006/main" xmlns:p="http://schemas.openxmlformats.org/presentationml/2006/main">
  <p:cSld>
    <p:bg>
      <p:bgPr>
        <a:solidFill>
          <a:srgbClr val="F7F4EE"/>
        </a:solidFill>
      </p:bgPr>
    </p:bg>
    <p:spTree>
      <p:nvGrpSpPr>
        <p:cNvPr id="1" name=""/>
        <p:cNvGrpSpPr/>
        <p:nvPr/>
      </p:nvGrpSpPr>
      <p:grpSpPr>
        <a:xfrm>
          <a:off x="0" y="0"/>
          <a:ext cx="0" cy="0"/>
          <a:chOff x="0" y="0"/>
          <a:chExt cx="0" cy="0"/>
        </a:xfrm>
      </p:grpSpPr>
      <p:sp>
        <p:nvSpPr>
          <p:cNvPr id="2" name="Slide title"/>
          <p:cNvSpPr/>
          <p:nvPr/>
        </p:nvSpPr>
        <p:spPr>
          <a:xfrm>
            <a:off x="579120" y="457200"/>
            <a:ext cx="10668000" cy="57912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2900" b="1">
                <a:solidFill>
                  <a:srgbClr val="172033"/>
                </a:solidFill>
              </a:rPr>
              <a:t>Why we align before we build</a:t>
            </a:r>
          </a:p>
        </p:txBody>
      </p:sp>
      <p:sp>
        <p:nvSpPr>
          <p:cNvPr id="3" name="Title rule"/>
          <p:cNvSpPr/>
          <p:nvPr/>
        </p:nvSpPr>
        <p:spPr>
          <a:xfrm>
            <a:off x="579120" y="1584960"/>
            <a:ext cx="1615440" cy="54865"/>
          </a:xfrm>
          <a:prstGeom prst="rect"/>
          <a:solidFill>
            <a:srgbClr val="0EA5E9"/>
          </a:solidFill>
          <a:ln w="3175" cmpd="sng">
            <a:solidFill>
              <a:srgbClr val="0EA5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4" name="Skip alignment panel"/>
          <p:cNvSpPr/>
          <p:nvPr/>
        </p:nvSpPr>
        <p:spPr>
          <a:xfrm>
            <a:off x="579120" y="2133600"/>
            <a:ext cx="5425440" cy="3810000"/>
          </a:xfrm>
          <a:prstGeom prst="roundRect"/>
          <a:solidFill>
            <a:srgbClr val="FFFFFF"/>
          </a:solidFill>
          <a:ln w="3175" cmpd="sng">
            <a:solidFill>
              <a:srgbClr val="D7E0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5" name="Skip alignment band"/>
          <p:cNvSpPr/>
          <p:nvPr/>
        </p:nvSpPr>
        <p:spPr>
          <a:xfrm>
            <a:off x="579120" y="2133600"/>
            <a:ext cx="5425440" cy="73152"/>
          </a:xfrm>
          <a:prstGeom prst="rect"/>
          <a:solidFill>
            <a:srgbClr val="0EA5E9"/>
          </a:solidFill>
          <a:ln w="3175" cmpd="sng">
            <a:solidFill>
              <a:srgbClr val="0EA5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6" name="Skip alignment heading"/>
          <p:cNvSpPr/>
          <p:nvPr/>
        </p:nvSpPr>
        <p:spPr>
          <a:xfrm>
            <a:off x="838200" y="2468880"/>
            <a:ext cx="4876800" cy="36576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2100" b="1">
                <a:solidFill>
                  <a:srgbClr val="0EA5E9"/>
                </a:solidFill>
              </a:rPr>
              <a:t>Skip alignment</a:t>
            </a:r>
          </a:p>
        </p:txBody>
      </p:sp>
      <p:sp>
        <p:nvSpPr>
          <p:cNvPr id="7" name="Skip alignment body"/>
          <p:cNvSpPr/>
          <p:nvPr/>
        </p:nvSpPr>
        <p:spPr>
          <a:xfrm>
            <a:off x="838200" y="2987040"/>
            <a:ext cx="4876800" cy="243840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1700" b="0">
                <a:solidFill>
                  <a:srgbClr val="172033"/>
                </a:solidFill>
              </a:rPr>
              <a:t>Rework — teams chase different goals.</a:t>
            </a:r>
          </a:p>
          <a:p>
            <a:r>
              <a:rPr sz="1700" b="0">
                <a:solidFill>
                  <a:srgbClr val="172033"/>
                </a:solidFill>
              </a:rPr>
              <a:t>Churn — the same call gets reopened.</a:t>
            </a:r>
          </a:p>
          <a:p>
            <a:r>
              <a:rPr sz="1700" b="0">
                <a:solidFill>
                  <a:srgbClr val="172033"/>
                </a:solidFill>
              </a:rPr>
              <a:t>Drift — scope grows ten directions.</a:t>
            </a:r>
          </a:p>
        </p:txBody>
      </p:sp>
      <p:sp>
        <p:nvSpPr>
          <p:cNvPr id="8" name="Align first panel"/>
          <p:cNvSpPr/>
          <p:nvPr/>
        </p:nvSpPr>
        <p:spPr>
          <a:xfrm>
            <a:off x="6187440" y="2133600"/>
            <a:ext cx="5425440" cy="3810000"/>
          </a:xfrm>
          <a:prstGeom prst="roundRect"/>
          <a:solidFill>
            <a:srgbClr val="FFFFFF"/>
          </a:solidFill>
          <a:ln w="3175" cmpd="sng">
            <a:solidFill>
              <a:srgbClr val="D7E0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9" name="Align first band"/>
          <p:cNvSpPr/>
          <p:nvPr/>
        </p:nvSpPr>
        <p:spPr>
          <a:xfrm>
            <a:off x="6187440" y="2133600"/>
            <a:ext cx="5425440" cy="73152"/>
          </a:xfrm>
          <a:prstGeom prst="rect"/>
          <a:solidFill>
            <a:srgbClr val="F26A3D"/>
          </a:solidFill>
          <a:ln w="3175" cmpd="sng">
            <a:solidFill>
              <a:srgbClr val="F26A3D"/>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10" name="Align first heading"/>
          <p:cNvSpPr/>
          <p:nvPr/>
        </p:nvSpPr>
        <p:spPr>
          <a:xfrm>
            <a:off x="6446520" y="2468880"/>
            <a:ext cx="4876800" cy="36576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2100" b="1">
                <a:solidFill>
                  <a:srgbClr val="F26A3D"/>
                </a:solidFill>
              </a:rPr>
              <a:t>Align first</a:t>
            </a:r>
          </a:p>
        </p:txBody>
      </p:sp>
      <p:sp>
        <p:nvSpPr>
          <p:cNvPr id="11" name="Align first body"/>
          <p:cNvSpPr/>
          <p:nvPr/>
        </p:nvSpPr>
        <p:spPr>
          <a:xfrm>
            <a:off x="6446520" y="2987040"/>
            <a:ext cx="4876800" cy="243840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1700" b="0">
                <a:solidFill>
                  <a:srgbClr val="172033"/>
                </a:solidFill>
              </a:rPr>
              <a:t>Decisions stick once, then get reused.</a:t>
            </a:r>
          </a:p>
          <a:p>
            <a:r>
              <a:rPr sz="1700" b="0">
                <a:solidFill>
                  <a:srgbClr val="172033"/>
                </a:solidFill>
              </a:rPr>
              <a:t>Work moves — handoffs have owners.</a:t>
            </a:r>
          </a:p>
          <a:p>
            <a:r>
              <a:rPr sz="1700" b="0">
                <a:solidFill>
                  <a:srgbClr val="172033"/>
                </a:solidFill>
              </a:rPr>
              <a:t>Trust holds — people count on the plan.</a:t>
            </a:r>
          </a:p>
          <a:p>
            <a:r>
              <a:rPr sz="1700" b="0">
                <a:solidFill>
                  <a:srgbClr val="172033"/>
                </a:solidFill>
              </a:rPr>
              <a:t>Check — what, for whom, and done.</a:t>
            </a:r>
          </a:p>
        </p:txBody>
      </p:sp>
    </p:spTree>
  </p:cSld>
</p:sld>
</file>

<file path=ppt/slides/slide3.xml><?xml version="1.0" encoding="utf-8"?>
<p:sld xmlns:r="http://schemas.openxmlformats.org/officeDocument/2006/relationships" xmlns:a="http://schemas.openxmlformats.org/drawingml/2006/main" xmlns:p="http://schemas.openxmlformats.org/presentationml/2006/main">
  <p:cSld>
    <p:bg>
      <p:bgPr>
        <a:solidFill>
          <a:srgbClr val="F7F4EE"/>
        </a:solidFill>
      </p:bgPr>
    </p:bg>
    <p:spTree>
      <p:nvGrpSpPr>
        <p:cNvPr id="1" name=""/>
        <p:cNvGrpSpPr/>
        <p:nvPr/>
      </p:nvGrpSpPr>
      <p:grpSpPr>
        <a:xfrm>
          <a:off x="0" y="0"/>
          <a:ext cx="0" cy="0"/>
          <a:chOff x="0" y="0"/>
          <a:chExt cx="0" cy="0"/>
        </a:xfrm>
      </p:grpSpPr>
      <p:sp>
        <p:nvSpPr>
          <p:cNvPr id="2" name="Slide title"/>
          <p:cNvSpPr/>
          <p:nvPr/>
        </p:nvSpPr>
        <p:spPr>
          <a:xfrm>
            <a:off x="579120" y="457200"/>
            <a:ext cx="10668000" cy="57912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2900" b="1">
                <a:solidFill>
                  <a:srgbClr val="172033"/>
                </a:solidFill>
              </a:rPr>
              <a:t>Four steps to a one-page plan</a:t>
            </a:r>
          </a:p>
        </p:txBody>
      </p:sp>
      <p:sp>
        <p:nvSpPr>
          <p:cNvPr id="3" name="Title rule"/>
          <p:cNvSpPr/>
          <p:nvPr/>
        </p:nvSpPr>
        <p:spPr>
          <a:xfrm>
            <a:off x="579120" y="1584960"/>
            <a:ext cx="1615440" cy="54865"/>
          </a:xfrm>
          <a:prstGeom prst="rect"/>
          <a:solidFill>
            <a:srgbClr val="0EA5E9"/>
          </a:solidFill>
          <a:ln w="3175" cmpd="sng">
            <a:solidFill>
              <a:srgbClr val="0EA5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graphicFrame>
        <p:nvGraphicFramePr>
          <p:cNvPr id="0" name=""/>
          <p:cNvGraphicFramePr>
            <a:graphicFrameLocks/>
          </p:cNvGraphicFramePr>
          <p:nvPr/>
        </p:nvGraphicFramePr>
        <p:xfrm>
          <a:off x="579120" y="2072640"/>
          <a:ext cx="11033760" cy="3962400"/>
        </p:xfrm>
        <a:graphic>
          <a:graphicData uri="http://schemas.openxmlformats.org/drawingml/2006/table">
            <a:tbl>
              <a:tblPr firstRow="1" bandRow="1">
                <a:tableStyleId>{D27102A9-8310-4765-A935-A1911B00CA55}</a:tableStyleId>
              </a:tblPr>
              <a:tblGrid>
                <a:gridCol w="3677920"/>
                <a:gridCol w="3677920"/>
                <a:gridCol w="3677920"/>
              </a:tblGrid>
              <a:tr h="660400">
                <a:tc>
                  <a:txBody>
                    <a:bodyPr/>
                    <a:lstStyle>
                      <a:defPPr/>
                      <a:lvl1pPr>
                        <a:defRPr sz="1400"/>
                      </a:lvl1pPr>
                    </a:lstStyle>
                    <a:p>
                      <a:r>
                        <a:t>Step</a:t>
                      </a:r>
                    </a:p>
                  </a:txBody>
                </a:tc>
                <a:tc>
                  <a:txBody>
                    <a:bodyPr/>
                    <a:lstStyle>
                      <a:defPPr/>
                      <a:lvl1pPr>
                        <a:defRPr sz="1400"/>
                      </a:lvl1pPr>
                    </a:lstStyle>
                    <a:p>
                      <a:r>
                        <a:t>Answer this</a:t>
                      </a:r>
                    </a:p>
                  </a:txBody>
                </a:tc>
                <a:tc>
                  <a:txBody>
                    <a:bodyPr/>
                    <a:lstStyle>
                      <a:defPPr/>
                      <a:lvl1pPr>
                        <a:defRPr sz="1400"/>
                      </a:lvl1pPr>
                    </a:lstStyle>
                    <a:p>
                      <a:r>
                        <a:t>Output</a:t>
                      </a:r>
                    </a:p>
                  </a:txBody>
                </a:tc>
              </a:tr>
              <a:tr h="660400">
                <a:tc>
                  <a:txBody>
                    <a:bodyPr/>
                    <a:lstStyle>
                      <a:defPPr/>
                      <a:lvl1pPr>
                        <a:defRPr sz="1200"/>
                      </a:lvl1pPr>
                    </a:lstStyle>
                    <a:p>
                      <a:r>
                        <a:t>01 Frame</a:t>
                      </a:r>
                    </a:p>
                  </a:txBody>
                </a:tc>
                <a:tc>
                  <a:txBody>
                    <a:bodyPr/>
                    <a:lstStyle>
                      <a:defPPr/>
                      <a:lvl1pPr>
                        <a:defRPr sz="1200"/>
                      </a:lvl1pPr>
                    </a:lstStyle>
                    <a:p>
                      <a:r>
                        <a:t>What problem, for whom, what outcome?</a:t>
                      </a:r>
                    </a:p>
                  </a:txBody>
                </a:tc>
                <a:tc>
                  <a:txBody>
                    <a:bodyPr/>
                    <a:lstStyle>
                      <a:defPPr/>
                      <a:lvl1pPr>
                        <a:defRPr sz="1200"/>
                      </a:lvl1pPr>
                    </a:lstStyle>
                    <a:p>
                      <a:r>
                        <a:t>One sentence the team can repeat</a:t>
                      </a:r>
                    </a:p>
                  </a:txBody>
                </a:tc>
              </a:tr>
              <a:tr h="660400">
                <a:tc>
                  <a:txBody>
                    <a:bodyPr/>
                    <a:lstStyle>
                      <a:defPPr/>
                      <a:lvl1pPr>
                        <a:defRPr sz="1200"/>
                      </a:lvl1pPr>
                    </a:lstStyle>
                    <a:p>
                      <a:r>
                        <a:t>02 Scope</a:t>
                      </a:r>
                    </a:p>
                  </a:txBody>
                </a:tc>
                <a:tc>
                  <a:txBody>
                    <a:bodyPr/>
                    <a:lstStyle>
                      <a:defPPr/>
                      <a:lvl1pPr>
                        <a:defRPr sz="1200"/>
                      </a:lvl1pPr>
                    </a:lstStyle>
                    <a:p>
                      <a:r>
                        <a:t>What we build — and what we don't</a:t>
                      </a:r>
                    </a:p>
                  </a:txBody>
                </a:tc>
                <a:tc>
                  <a:txBody>
                    <a:bodyPr/>
                    <a:lstStyle>
                      <a:defPPr/>
                      <a:lvl1pPr>
                        <a:defRPr sz="1200"/>
                      </a:lvl1pPr>
                    </a:lstStyle>
                    <a:p>
                      <a:r>
                        <a:t>Scope list + one success metric</a:t>
                      </a:r>
                    </a:p>
                  </a:txBody>
                </a:tc>
              </a:tr>
              <a:tr h="660400">
                <a:tc>
                  <a:txBody>
                    <a:bodyPr/>
                    <a:lstStyle>
                      <a:defPPr/>
                      <a:lvl1pPr>
                        <a:defRPr sz="1200"/>
                      </a:lvl1pPr>
                    </a:lstStyle>
                    <a:p>
                      <a:r>
                        <a:t>03 Owners</a:t>
                      </a:r>
                    </a:p>
                  </a:txBody>
                </a:tc>
                <a:tc>
                  <a:txBody>
                    <a:bodyPr/>
                    <a:lstStyle>
                      <a:defPPr/>
                      <a:lvl1pPr>
                        <a:defRPr sz="1200"/>
                      </a:lvl1pPr>
                    </a:lstStyle>
                    <a:p>
                      <a:r>
                        <a:t>Who decides what, who delivers?</a:t>
                      </a:r>
                    </a:p>
                  </a:txBody>
                </a:tc>
                <a:tc>
                  <a:txBody>
                    <a:bodyPr/>
                    <a:lstStyle>
                      <a:defPPr/>
                      <a:lvl1pPr>
                        <a:defRPr sz="1200"/>
                      </a:lvl1pPr>
                    </a:lstStyle>
                    <a:p>
                      <a:r>
                        <a:t>One owner per decision and deliverable</a:t>
                      </a:r>
                    </a:p>
                  </a:txBody>
                </a:tc>
              </a:tr>
              <a:tr h="660400">
                <a:tc>
                  <a:txBody>
                    <a:bodyPr/>
                    <a:lstStyle>
                      <a:defPPr/>
                      <a:lvl1pPr>
                        <a:defRPr sz="1200"/>
                      </a:lvl1pPr>
                    </a:lstStyle>
                    <a:p>
                      <a:r>
                        <a:t>04 Launch</a:t>
                      </a:r>
                    </a:p>
                  </a:txBody>
                </a:tc>
                <a:tc>
                  <a:txBody>
                    <a:bodyPr/>
                    <a:lstStyle>
                      <a:defPPr/>
                      <a:lvl1pPr>
                        <a:defRPr sz="1200"/>
                      </a:lvl1pPr>
                    </a:lstStyle>
                    <a:p>
                      <a:r>
                        <a:t>What starts when, how we check</a:t>
                      </a:r>
                    </a:p>
                  </a:txBody>
                </a:tc>
                <a:tc>
                  <a:txBody>
                    <a:bodyPr/>
                    <a:lstStyle>
                      <a:defPPr/>
                      <a:lvl1pPr>
                        <a:defRPr sz="1200"/>
                      </a:lvl1pPr>
                    </a:lstStyle>
                    <a:p>
                      <a:r>
                        <a:t>First milestone + first check-in</a:t>
                      </a:r>
                    </a:p>
                  </a:txBody>
                </a:tc>
              </a:tr>
              <a:tr h="660400">
                <a:tc>
                  <a:txBody>
                    <a:bodyPr/>
                    <a:lstStyle>
                      <a:defPPr/>
                      <a:lvl1pPr>
                        <a:defRPr sz="1200"/>
                      </a:lvl1pPr>
                    </a:lstStyle>
                    <a:p>
                      <a:r>
                        <a:t>AI assist</a:t>
                      </a:r>
                    </a:p>
                  </a:txBody>
                </a:tc>
                <a:tc>
                  <a:txBody>
                    <a:bodyPr/>
                    <a:lstStyle>
                      <a:defPPr/>
                      <a:lvl1pPr>
                        <a:defRPr sz="1200"/>
                      </a:lvl1pPr>
                    </a:lstStyle>
                    <a:p>
                      <a:r>
                        <a:t>Drafts each step from raw notes</a:t>
                      </a:r>
                    </a:p>
                  </a:txBody>
                </a:tc>
                <a:tc>
                  <a:txBody>
                    <a:bodyPr/>
                    <a:lstStyle>
                      <a:defPPr/>
                      <a:lvl1pPr>
                        <a:defRPr sz="1200"/>
                      </a:lvl1pPr>
                    </a:lstStyle>
                    <a:p>
                      <a:r>
                        <a:t>The one-page plan, captured live</a:t>
                      </a:r>
                    </a:p>
                  </a:txBody>
                </a:tc>
              </a:tr>
            </a:tbl>
          </a:graphicData>
        </a:graphic>
      </p:graphicFrame>
    </p:spTree>
  </p:cSld>
</p:sld>
</file>

<file path=ppt/slides/slide4.xml><?xml version="1.0" encoding="utf-8"?>
<p:sld xmlns:r="http://schemas.openxmlformats.org/officeDocument/2006/relationships" xmlns:a="http://schemas.openxmlformats.org/drawingml/2006/main" xmlns:p="http://schemas.openxmlformats.org/presentationml/2006/main">
  <p:cSld>
    <p:bg>
      <p:bgPr>
        <a:solidFill>
          <a:srgbClr val="F7F4EE"/>
        </a:solidFill>
      </p:bgPr>
    </p:bg>
    <p:spTree>
      <p:nvGrpSpPr>
        <p:cNvPr id="1" name=""/>
        <p:cNvGrpSpPr/>
        <p:nvPr/>
      </p:nvGrpSpPr>
      <p:grpSpPr>
        <a:xfrm>
          <a:off x="0" y="0"/>
          <a:ext cx="0" cy="0"/>
          <a:chOff x="0" y="0"/>
          <a:chExt cx="0" cy="0"/>
        </a:xfrm>
      </p:grpSpPr>
      <p:sp>
        <p:nvSpPr>
          <p:cNvPr id="2" name="Slide title"/>
          <p:cNvSpPr/>
          <p:nvPr/>
        </p:nvSpPr>
        <p:spPr>
          <a:xfrm>
            <a:off x="579120" y="457200"/>
            <a:ext cx="10668000" cy="57912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2900" b="1">
                <a:solidFill>
                  <a:srgbClr val="172033"/>
                </a:solidFill>
              </a:rPr>
              <a:t>Every deliverable has an owner</a:t>
            </a:r>
          </a:p>
        </p:txBody>
      </p:sp>
      <p:sp>
        <p:nvSpPr>
          <p:cNvPr id="3" name="Title rule"/>
          <p:cNvSpPr/>
          <p:nvPr/>
        </p:nvSpPr>
        <p:spPr>
          <a:xfrm>
            <a:off x="579120" y="1584960"/>
            <a:ext cx="1615440" cy="54865"/>
          </a:xfrm>
          <a:prstGeom prst="rect"/>
          <a:solidFill>
            <a:srgbClr val="0EA5E9"/>
          </a:solidFill>
          <a:ln w="3175" cmpd="sng">
            <a:solidFill>
              <a:srgbClr val="0EA5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graphicFrame>
        <p:nvGraphicFramePr>
          <p:cNvPr id="0" name=""/>
          <p:cNvGraphicFramePr>
            <a:graphicFrameLocks/>
          </p:cNvGraphicFramePr>
          <p:nvPr/>
        </p:nvGraphicFramePr>
        <p:xfrm>
          <a:off x="579120" y="2072640"/>
          <a:ext cx="11033760" cy="3962400"/>
        </p:xfrm>
        <a:graphic>
          <a:graphicData uri="http://schemas.openxmlformats.org/drawingml/2006/table">
            <a:tbl>
              <a:tblPr firstRow="1" bandRow="1">
                <a:tableStyleId>{D27102A9-8310-4765-A935-A1911B00CA55}</a:tableStyleId>
              </a:tblPr>
              <a:tblGrid>
                <a:gridCol w="3677920"/>
                <a:gridCol w="3677920"/>
                <a:gridCol w="3677920"/>
              </a:tblGrid>
              <a:tr h="566057">
                <a:tc>
                  <a:txBody>
                    <a:bodyPr/>
                    <a:lstStyle>
                      <a:defPPr/>
                      <a:lvl1pPr>
                        <a:defRPr sz="1400"/>
                      </a:lvl1pPr>
                    </a:lstStyle>
                    <a:p>
                      <a:r>
                        <a:t>Role</a:t>
                      </a:r>
                    </a:p>
                  </a:txBody>
                </a:tc>
                <a:tc>
                  <a:txBody>
                    <a:bodyPr/>
                    <a:lstStyle>
                      <a:defPPr/>
                      <a:lvl1pPr>
                        <a:defRPr sz="1400"/>
                      </a:lvl1pPr>
                    </a:lstStyle>
                    <a:p>
                      <a:r>
                        <a:t>Owns the decision</a:t>
                      </a:r>
                    </a:p>
                  </a:txBody>
                </a:tc>
                <a:tc>
                  <a:txBody>
                    <a:bodyPr/>
                    <a:lstStyle>
                      <a:defPPr/>
                      <a:lvl1pPr>
                        <a:defRPr sz="1400"/>
                      </a:lvl1pPr>
                    </a:lstStyle>
                    <a:p>
                      <a:r>
                        <a:t>Brings to the kickoff</a:t>
                      </a:r>
                    </a:p>
                  </a:txBody>
                </a:tc>
              </a:tr>
              <a:tr h="566057">
                <a:tc>
                  <a:txBody>
                    <a:bodyPr/>
                    <a:lstStyle>
                      <a:defPPr/>
                      <a:lvl1pPr>
                        <a:defRPr sz="1200"/>
                      </a:lvl1pPr>
                    </a:lstStyle>
                    <a:p>
                      <a:r>
                        <a:t>Facilitator</a:t>
                      </a:r>
                    </a:p>
                  </a:txBody>
                </a:tc>
                <a:tc>
                  <a:txBody>
                    <a:bodyPr/>
                    <a:lstStyle>
                      <a:defPPr/>
                      <a:lvl1pPr>
                        <a:defRPr sz="1200"/>
                      </a:lvl1pPr>
                    </a:lstStyle>
                    <a:p>
                      <a:r>
                        <a:t>The agenda and the output</a:t>
                      </a:r>
                    </a:p>
                  </a:txBody>
                </a:tc>
                <a:tc>
                  <a:txBody>
                    <a:bodyPr/>
                    <a:lstStyle>
                      <a:defPPr/>
                      <a:lvl1pPr>
                        <a:defRPr sz="1200"/>
                      </a:lvl1pPr>
                    </a:lstStyle>
                    <a:p>
                      <a:r>
                        <a:t>A one-page plan, captured live</a:t>
                      </a:r>
                    </a:p>
                  </a:txBody>
                </a:tc>
              </a:tr>
              <a:tr h="566057">
                <a:tc>
                  <a:txBody>
                    <a:bodyPr/>
                    <a:lstStyle>
                      <a:defPPr/>
                      <a:lvl1pPr>
                        <a:defRPr sz="1200"/>
                      </a:lvl1pPr>
                    </a:lstStyle>
                    <a:p>
                      <a:r>
                        <a:t>Product Owner</a:t>
                      </a:r>
                    </a:p>
                  </a:txBody>
                </a:tc>
                <a:tc>
                  <a:txBody>
                    <a:bodyPr/>
                    <a:lstStyle>
                      <a:defPPr/>
                      <a:lvl1pPr>
                        <a:defRPr sz="1200"/>
                      </a:lvl1pPr>
                    </a:lstStyle>
                    <a:p>
                      <a:r>
                        <a:t>What we build — and what we don't</a:t>
                      </a:r>
                    </a:p>
                  </a:txBody>
                </a:tc>
                <a:tc>
                  <a:txBody>
                    <a:bodyPr/>
                    <a:lstStyle>
                      <a:defPPr/>
                      <a:lvl1pPr>
                        <a:defRPr sz="1200"/>
                      </a:lvl1pPr>
                    </a:lstStyle>
                    <a:p>
                      <a:r>
                        <a:t>Problem statement + success metric</a:t>
                      </a:r>
                    </a:p>
                  </a:txBody>
                </a:tc>
              </a:tr>
              <a:tr h="566057">
                <a:tc>
                  <a:txBody>
                    <a:bodyPr/>
                    <a:lstStyle>
                      <a:defPPr/>
                      <a:lvl1pPr>
                        <a:defRPr sz="1200"/>
                      </a:lvl1pPr>
                    </a:lstStyle>
                    <a:p>
                      <a:r>
                        <a:t>Engineering Lead</a:t>
                      </a:r>
                    </a:p>
                  </a:txBody>
                </a:tc>
                <a:tc>
                  <a:txBody>
                    <a:bodyPr/>
                    <a:lstStyle>
                      <a:defPPr/>
                      <a:lvl1pPr>
                        <a:defRPr sz="1200"/>
                      </a:lvl1pPr>
                    </a:lstStyle>
                    <a:p>
                      <a:r>
                        <a:t>How it's built, and how long</a:t>
                      </a:r>
                    </a:p>
                  </a:txBody>
                </a:tc>
                <a:tc>
                  <a:txBody>
                    <a:bodyPr/>
                    <a:lstStyle>
                      <a:defPPr/>
                      <a:lvl1pPr>
                        <a:defRPr sz="1200"/>
                      </a:lvl1pPr>
                    </a:lstStyle>
                    <a:p>
                      <a:r>
                        <a:t>Effort estimates + risks</a:t>
                      </a:r>
                    </a:p>
                  </a:txBody>
                </a:tc>
              </a:tr>
              <a:tr h="566057">
                <a:tc>
                  <a:txBody>
                    <a:bodyPr/>
                    <a:lstStyle>
                      <a:defPPr/>
                      <a:lvl1pPr>
                        <a:defRPr sz="1200"/>
                      </a:lvl1pPr>
                    </a:lstStyle>
                    <a:p>
                      <a:r>
                        <a:t>Design Lead</a:t>
                      </a:r>
                    </a:p>
                  </a:txBody>
                </a:tc>
                <a:tc>
                  <a:txBody>
                    <a:bodyPr/>
                    <a:lstStyle>
                      <a:defPPr/>
                      <a:lvl1pPr>
                        <a:defRPr sz="1200"/>
                      </a:lvl1pPr>
                    </a:lstStyle>
                    <a:p>
                      <a:r>
                        <a:t>What users experience</a:t>
                      </a:r>
                    </a:p>
                  </a:txBody>
                </a:tc>
                <a:tc>
                  <a:txBody>
                    <a:bodyPr/>
                    <a:lstStyle>
                      <a:defPPr/>
                      <a:lvl1pPr>
                        <a:defRPr sz="1200"/>
                      </a:lvl1pPr>
                    </a:lstStyle>
                    <a:p>
                      <a:r>
                        <a:t>Flows, prototypes, open questions</a:t>
                      </a:r>
                    </a:p>
                  </a:txBody>
                </a:tc>
              </a:tr>
              <a:tr h="566057">
                <a:tc>
                  <a:txBody>
                    <a:bodyPr/>
                    <a:lstStyle>
                      <a:defPPr/>
                      <a:lvl1pPr>
                        <a:defRPr sz="1200"/>
                      </a:lvl1pPr>
                    </a:lstStyle>
                    <a:p>
                      <a:r>
                        <a:t>AI assistant</a:t>
                      </a:r>
                    </a:p>
                  </a:txBody>
                </a:tc>
                <a:tc>
                  <a:txBody>
                    <a:bodyPr/>
                    <a:lstStyle>
                      <a:defPPr/>
                      <a:lvl1pPr>
                        <a:defRPr sz="1200"/>
                      </a:lvl1pPr>
                    </a:lstStyle>
                    <a:p>
                      <a:r>
                        <a:t>Drafting, summarizing, tracking</a:t>
                      </a:r>
                    </a:p>
                  </a:txBody>
                </a:tc>
                <a:tc>
                  <a:txBody>
                    <a:bodyPr/>
                    <a:lstStyle>
                      <a:defPPr/>
                      <a:lvl1pPr>
                        <a:defRPr sz="1200"/>
                      </a:lvl1pPr>
                    </a:lstStyle>
                    <a:p>
                      <a:r>
                        <a:t>Raw inputs + the follow-up list</a:t>
                      </a:r>
                    </a:p>
                  </a:txBody>
                </a:tc>
              </a:tr>
              <a:tr h="566057">
                <a:tc>
                  <a:txBody>
                    <a:bodyPr/>
                    <a:lstStyle>
                      <a:defPPr/>
                      <a:lvl1pPr>
                        <a:defRPr sz="1200"/>
                      </a:lvl1pPr>
                    </a:lstStyle>
                    <a:p>
                      <a:r>
                        <a:t>Everyone</a:t>
                      </a:r>
                    </a:p>
                  </a:txBody>
                </a:tc>
                <a:tc>
                  <a:txBody>
                    <a:bodyPr/>
                    <a:lstStyle>
                      <a:defPPr/>
                      <a:lvl1pPr>
                        <a:defRPr sz="1200"/>
                      </a:lvl1pPr>
                    </a:lstStyle>
                    <a:p>
                      <a:r>
                        <a:t>Their own workstream</a:t>
                      </a:r>
                    </a:p>
                  </a:txBody>
                </a:tc>
                <a:tc>
                  <a:txBody>
                    <a:bodyPr/>
                    <a:lstStyle>
                      <a:defPPr/>
                      <a:lvl1pPr>
                        <a:defRPr sz="1200"/>
                      </a:lvl1pPr>
                    </a:lstStyle>
                    <a:p>
                      <a:r>
                        <a:t>Commitment to dates, honest status</a:t>
                      </a:r>
                    </a:p>
                  </a:txBody>
                </a:tc>
              </a:tr>
            </a:tbl>
          </a:graphicData>
        </a:graphic>
      </p:graphicFrame>
    </p:spTree>
  </p:cSld>
</p:sld>
</file>

<file path=ppt/slides/slide5.xml><?xml version="1.0" encoding="utf-8"?>
<p:sld xmlns:r="http://schemas.openxmlformats.org/officeDocument/2006/relationships" xmlns:a="http://schemas.openxmlformats.org/drawingml/2006/main" xmlns:p="http://schemas.openxmlformats.org/presentationml/2006/main">
  <p:cSld>
    <p:bg>
      <p:bgPr>
        <a:solidFill>
          <a:srgbClr val="F7F4EE"/>
        </a:solidFill>
      </p:bgPr>
    </p:bg>
    <p:spTree>
      <p:nvGrpSpPr>
        <p:cNvPr id="1" name=""/>
        <p:cNvGrpSpPr/>
        <p:nvPr/>
      </p:nvGrpSpPr>
      <p:grpSpPr>
        <a:xfrm>
          <a:off x="0" y="0"/>
          <a:ext cx="0" cy="0"/>
          <a:chOff x="0" y="0"/>
          <a:chExt cx="0" cy="0"/>
        </a:xfrm>
      </p:grpSpPr>
      <p:sp>
        <p:nvSpPr>
          <p:cNvPr id="2" name="Slide title"/>
          <p:cNvSpPr/>
          <p:nvPr/>
        </p:nvSpPr>
        <p:spPr>
          <a:xfrm>
            <a:off x="579120" y="457200"/>
            <a:ext cx="10668000" cy="57912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2900" b="1">
                <a:solidFill>
                  <a:srgbClr val="172033"/>
                </a:solidFill>
              </a:rPr>
              <a:t>Five actions this week</a:t>
            </a:r>
          </a:p>
        </p:txBody>
      </p:sp>
      <p:sp>
        <p:nvSpPr>
          <p:cNvPr id="3" name="Title rule"/>
          <p:cNvSpPr/>
          <p:nvPr/>
        </p:nvSpPr>
        <p:spPr>
          <a:xfrm>
            <a:off x="579120" y="1584960"/>
            <a:ext cx="1615440" cy="54865"/>
          </a:xfrm>
          <a:prstGeom prst="rect"/>
          <a:solidFill>
            <a:srgbClr val="0EA5E9"/>
          </a:solidFill>
          <a:ln w="3175" cmpd="sng">
            <a:solidFill>
              <a:srgbClr val="0EA5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4" name="Before Friday panel"/>
          <p:cNvSpPr/>
          <p:nvPr/>
        </p:nvSpPr>
        <p:spPr>
          <a:xfrm>
            <a:off x="579120" y="2133600"/>
            <a:ext cx="5425440" cy="3810000"/>
          </a:xfrm>
          <a:prstGeom prst="roundRect"/>
          <a:solidFill>
            <a:srgbClr val="FFFFFF"/>
          </a:solidFill>
          <a:ln w="3175" cmpd="sng">
            <a:solidFill>
              <a:srgbClr val="D7E0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5" name="Before Friday band"/>
          <p:cNvSpPr/>
          <p:nvPr/>
        </p:nvSpPr>
        <p:spPr>
          <a:xfrm>
            <a:off x="579120" y="2133600"/>
            <a:ext cx="5425440" cy="73152"/>
          </a:xfrm>
          <a:prstGeom prst="rect"/>
          <a:solidFill>
            <a:srgbClr val="0EA5E9"/>
          </a:solidFill>
          <a:ln w="3175" cmpd="sng">
            <a:solidFill>
              <a:srgbClr val="0EA5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6" name="Before Friday heading"/>
          <p:cNvSpPr/>
          <p:nvPr/>
        </p:nvSpPr>
        <p:spPr>
          <a:xfrm>
            <a:off x="838200" y="2468880"/>
            <a:ext cx="4876800" cy="36576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2100" b="1">
                <a:solidFill>
                  <a:srgbClr val="0EA5E9"/>
                </a:solidFill>
              </a:rPr>
              <a:t>Before Friday</a:t>
            </a:r>
          </a:p>
        </p:txBody>
      </p:sp>
      <p:sp>
        <p:nvSpPr>
          <p:cNvPr id="7" name="Before Friday body"/>
          <p:cNvSpPr/>
          <p:nvPr/>
        </p:nvSpPr>
        <p:spPr>
          <a:xfrm>
            <a:off x="838200" y="2987040"/>
            <a:ext cx="4876800" cy="243840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1700" b="0">
                <a:solidFill>
                  <a:srgbClr val="172033"/>
                </a:solidFill>
              </a:rPr>
              <a:t>Post the plan — Facilitator, today</a:t>
            </a:r>
          </a:p>
          <a:p>
            <a:r>
              <a:rPr sz="1700" b="0">
                <a:solidFill>
                  <a:srgbClr val="172033"/>
                </a:solidFill>
              </a:rPr>
              <a:t>Confirm workstream + dates — owners</a:t>
            </a:r>
          </a:p>
          <a:p>
            <a:r>
              <a:rPr sz="1700" b="0">
                <a:solidFill>
                  <a:srgbClr val="172033"/>
                </a:solidFill>
              </a:rPr>
              <a:t>Book the 15-min check-in — Facilitator</a:t>
            </a:r>
          </a:p>
          <a:p>
            <a:r>
              <a:rPr sz="1700" b="0">
                <a:solidFill>
                  <a:srgbClr val="172033"/>
                </a:solidFill>
              </a:rPr>
              <a:t>Draft milestone tasks — Eng + Design</a:t>
            </a:r>
          </a:p>
          <a:p>
            <a:r>
              <a:rPr sz="1700" b="0">
                <a:solidFill>
                  <a:srgbClr val="172033"/>
                </a:solidFill>
              </a:rPr>
              <a:t>Review the plan as a team — Friday</a:t>
            </a:r>
          </a:p>
        </p:txBody>
      </p:sp>
      <p:sp>
        <p:nvSpPr>
          <p:cNvPr id="8" name="Done looks like panel"/>
          <p:cNvSpPr/>
          <p:nvPr/>
        </p:nvSpPr>
        <p:spPr>
          <a:xfrm>
            <a:off x="6187440" y="2133600"/>
            <a:ext cx="5425440" cy="3810000"/>
          </a:xfrm>
          <a:prstGeom prst="roundRect"/>
          <a:solidFill>
            <a:srgbClr val="FFFFFF"/>
          </a:solidFill>
          <a:ln w="3175" cmpd="sng">
            <a:solidFill>
              <a:srgbClr val="D7E0E9"/>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9" name="Done looks like band"/>
          <p:cNvSpPr/>
          <p:nvPr/>
        </p:nvSpPr>
        <p:spPr>
          <a:xfrm>
            <a:off x="6187440" y="2133600"/>
            <a:ext cx="5425440" cy="73152"/>
          </a:xfrm>
          <a:prstGeom prst="rect"/>
          <a:solidFill>
            <a:srgbClr val="F26A3D"/>
          </a:solidFill>
          <a:ln w="3175" cmpd="sng">
            <a:solidFill>
              <a:srgbClr val="F26A3D"/>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p:txBody>
      </p:sp>
      <p:sp>
        <p:nvSpPr>
          <p:cNvPr id="10" name="Done looks like heading"/>
          <p:cNvSpPr/>
          <p:nvPr/>
        </p:nvSpPr>
        <p:spPr>
          <a:xfrm>
            <a:off x="6446520" y="2468880"/>
            <a:ext cx="4876800" cy="36576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2100" b="1">
                <a:solidFill>
                  <a:srgbClr val="F26A3D"/>
                </a:solidFill>
              </a:rPr>
              <a:t>Done looks like</a:t>
            </a:r>
          </a:p>
        </p:txBody>
      </p:sp>
      <p:sp>
        <p:nvSpPr>
          <p:cNvPr id="11" name="Done looks like body"/>
          <p:cNvSpPr/>
          <p:nvPr/>
        </p:nvSpPr>
        <p:spPr>
          <a:xfrm>
            <a:off x="6446520" y="2987040"/>
            <a:ext cx="4876800" cy="2438400"/>
          </a:xfrm>
          <a:prstGeom prst="rect"/>
          <a:solidFill>
            <a:srgbClr val="FFFFFF">
              <a:alpha val="0"/>
            </a:srgbClr>
          </a:solidFill>
          <a:ln w="3175" cmpd="sng">
            <a:solidFill>
              <a:srgbClr val="FFFFFF">
                <a:alpha val="0"/>
              </a:srgbClr>
            </a:solidFill>
            <a:prstDash val="solid"/>
            <a:round/>
            <a:headEnd w="sm" len="sm"/>
            <a:tailEnd w="sm" len="sm"/>
          </a:ln>
        </p:spPr>
        <p:style>
          <a:lnRef idx="2">
            <a:schemeClr val="accent1"/>
          </a:lnRef>
          <a:fillRef idx="1">
            <a:schemeClr val="accent1"/>
          </a:fillRef>
          <a:effectRef idx="0">
            <a:schemeClr val="accent1"/>
          </a:effectRef>
          <a:fontRef idx="minor">
            <a:schemeClr val="lt1"/>
          </a:fontRef>
        </p:style>
        <p:txBody>
          <a:bodyPr/>
          <a:lstStyle/>
          <a:p>
            <a:r>
              <a:rPr sz="1700" b="0">
                <a:solidFill>
                  <a:srgbClr val="172033"/>
                </a:solidFill>
              </a:rPr>
              <a:t>Anyone can state the problem, their</a:t>
            </a:r>
          </a:p>
          <a:p>
            <a:r>
              <a:rPr sz="1700" b="0">
                <a:solidFill>
                  <a:srgbClr val="172033"/>
                </a:solidFill>
              </a:rPr>
              <a:t>ownership, and the first milestone.</a:t>
            </a:r>
          </a:p>
          <a:p>
            <a:r>
              <a:rPr sz="1700" b="0">
                <a:solidFill>
                  <a:srgbClr val="172033"/>
                </a:solidFill>
              </a:rPr>
              <a:t>The plan lives in one place — the team channel.</a:t>
            </a:r>
          </a:p>
          <a:p>
            <a:r>
              <a:rPr sz="1700" b="0">
                <a:solidFill>
                  <a:srgbClr val="172033"/>
                </a:solidFill>
              </a:rPr>
              <a:t>The check-in moves the work forward; the</a:t>
            </a:r>
          </a:p>
          <a:p>
            <a:r>
              <a:rPr sz="1700" b="0">
                <a:solidFill>
                  <a:srgbClr val="172033"/>
                </a:solidFill>
              </a:rPr>
              <a:t>kickoff is finished.</a:t>
            </a:r>
          </a:p>
        </p:txBody>
      </p:sp>
    </p:spTree>
  </p:cSld>
</p:sld>
</file>

<file path=ppt/theme/theme1.xml><?xml version="1.0" encoding="utf-8"?>
<a:theme xmlns:a="http://schemas.openxmlformats.org/drawingml/2006/main" name="Office Theme">
  <a:themeElements>
    <a:clrScheme name="Office">
      <a:dk1>
        <a:sysClr val="windowText"/>
      </a:dk1>
      <a:lt1>
        <a:sysClr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0000"/>
                <a:satMod val="110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12700" cmpd="sng">
          <a:solidFill>
            <a:schemeClr val="phClr"/>
          </a:solidFill>
          <a:prstDash val="solid"/>
          <a:round/>
          <a:headEnd w="sm" len="sm"/>
          <a:tailEnd w="sm" len="sm"/>
        </a:ln>
        <a:ln w="19050" cmpd="sng">
          <a:solidFill>
            <a:schemeClr val="phClr"/>
          </a:solidFill>
          <a:prstDash val="solid"/>
          <a:round/>
          <a:headEnd w="sm" len="sm"/>
          <a:tailEnd w="sm" len="sm"/>
        </a:ln>
        <a:ln w="25400" cmpd="sng">
          <a:solidFill>
            <a:schemeClr val="phClr"/>
          </a:solidFill>
          <a:prstDash val="solid"/>
          <a:round/>
          <a:headEnd w="sm" len="sm"/>
          <a:tailEnd w="sm" len="sm"/>
        </a:ln>
      </a:lnStyleLst>
      <a:effectStyleLst>
        <a:effectStyle>
          <a:effectLst/>
        </a:effectStyle>
        <a:effectStyle>
          <a:effectLst/>
        </a:effectStyle>
        <a:effectStyle>
          <a:effectLst>
            <a:outerShdw blurRad="57150" dist="19050" dir="540000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theme>
</file>

<file path=ppt/theme/theme2.xml><?xml version="1.0" encoding="utf-8"?>
<a:theme xmlns:a="http://schemas.openxmlformats.org/drawingml/2006/main" name="Office Theme">
  <a:themeElements>
    <a:clrScheme name="Office">
      <a:dk1>
        <a:sysClr val="windowText"/>
      </a:dk1>
      <a:lt1>
        <a:sysClr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0000"/>
                <a:satMod val="110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12700" cmpd="sng">
          <a:solidFill>
            <a:schemeClr val="phClr"/>
          </a:solidFill>
          <a:prstDash val="solid"/>
          <a:round/>
          <a:headEnd w="sm" len="sm"/>
          <a:tailEnd w="sm" len="sm"/>
        </a:ln>
        <a:ln w="19050" cmpd="sng">
          <a:solidFill>
            <a:schemeClr val="phClr"/>
          </a:solidFill>
          <a:prstDash val="solid"/>
          <a:round/>
          <a:headEnd w="sm" len="sm"/>
          <a:tailEnd w="sm" len="sm"/>
        </a:ln>
        <a:ln w="25400" cmpd="sng">
          <a:solidFill>
            <a:schemeClr val="phClr"/>
          </a:solidFill>
          <a:prstDash val="solid"/>
          <a:round/>
          <a:headEnd w="sm" len="sm"/>
          <a:tailEnd w="sm" len="sm"/>
        </a:ln>
      </a:lnStyleLst>
      <a:effectStyleLst>
        <a:effectStyle>
          <a:effectLst/>
        </a:effectStyle>
        <a:effectStyle>
          <a:effectLst/>
        </a:effectStyle>
        <a:effectStyle>
          <a:effectLst>
            <a:outerShdw blurRad="57150" dist="19050" dir="540000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theme>
</file>

<file path=docProps/app.xml><?xml version="1.0" encoding="utf-8"?>
<Properties xmlns="http://schemas.openxmlformats.org/officeDocument/2006/extended-properties">
  <Application>DevExpress Office File API/26.1.4.0</Application>
  <AppVersion>26.1</AppVersion>
  <PresentationFormat>Widescreen</PresentationFormat>
  <Slides>5</Slides>
  <Notes>5</Notes>
</Properties>
</file>

<file path=docProps/core.xml><?xml version="1.0" encoding="utf-8"?>
<cp:coreProperties xmlns:dc="http://purl.org/dc/elements/1.1/" xmlns:dcterms="http://purl.org/dc/terms/" xmlns:xsi="http://www.w3.org/2001/XMLSchema-instance" xmlns:cp="http://schemas.openxmlformats.org/package/2006/metadata/core-properties">
  <dc:title>AI-Assisted Project Kickoff</dc:title>
  <dc:subject>Generated by Taro Desktop</dc:subject>
  <dc:creator>Taro Desktop</dc:creator>
  <dcterms:created xsi:type="dcterms:W3CDTF">2026-08-24T16:00:00Z</dcterms:created>
  <dcterms:modified xsi:type="dcterms:W3CDTF">2026-08-25T03:40:24Z</dcterms:modified>
</cp:coreProperties>
</file>